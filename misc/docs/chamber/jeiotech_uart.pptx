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90" autoAdjust="0"/>
    <p:restoredTop sz="94497" autoAdjust="0"/>
  </p:normalViewPr>
  <p:slideViewPr>
    <p:cSldViewPr snapToGrid="0">
      <p:cViewPr varScale="1">
        <p:scale>
          <a:sx n="123" d="100"/>
          <a:sy n="123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BA15F-1459-4EF5-9CA9-2A8768E81F8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DD5E0-DFF8-4B4F-B017-5A365906E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98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DD5E0-DFF8-4B4F-B017-5A365906E4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61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A8A5B-8372-077E-6EB1-9F5051460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7C6499-CA08-38E8-C1ED-406098962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045B3B-FC76-A5E3-6FCB-1C079B10D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4088D3-517B-7EF2-8B54-00881D0E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528FE1-4D39-B3B5-2320-B1F0184EA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2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72866-E02D-C8CF-791D-F5AB8522A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D1B845-07A4-6C7A-4957-ACC67B650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B89DC7-4B64-BAFC-3F9B-349E6E25A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3187A1-DBEE-258A-0CDA-35522CC37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DEEA6C-9F6B-FF8C-9C51-F8267218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8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44328-B3A2-CBCB-D6C1-B6DCB642D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CEE531-0DAA-B955-416A-4AFC3770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DA889B-12F8-3050-8189-94BF540AB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B66ECB-7FCC-23C9-154B-FBD3541C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AF56E2-9704-D98F-ADED-240E1BE0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26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8F136-B1B1-4244-95BD-783308058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28C6C-64BD-F912-91F6-0F094C059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DA068F-2EEB-24DB-879B-7237F1730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F7331B-FBE5-C69E-4E0A-4B6882FE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057E62-4981-F8C2-F919-CDD706B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E4EA90-C486-1ECD-2B67-992826936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4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91692F-90D9-3B87-ECFF-4DA2404A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CCAF5A-EB56-B53D-CC39-105887F98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3F9632-6A21-098D-B39D-E5183707F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8CA13A-37BE-6C3D-7593-03538A763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401262-02E1-2CEA-20F2-A4E5742F8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91647F-A48E-E40D-F83A-B2C0782D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EFCF90-D1D1-9151-78B5-EE97B236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DDCD13-178C-F71E-CAB0-F8BB99EE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0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559C4-4A43-B816-ACD8-A0B55EE1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BECC4B-DE63-57B9-0E10-22E3E199F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836A98-70EA-72F5-48D0-337C9049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851DCE-7987-438A-DCA1-74EC3180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2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7BC687-E15D-9183-7620-B09565DFB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ACE8945-D103-4AF9-5192-36CD0AC4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C4738E-A94D-EE35-E77E-1186F0ED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34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71A69-2BC2-C9BC-FBE9-FECE500E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52ED04-C2C4-D65E-12D2-88AC34B06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030B64-6EA1-751E-685D-70FC82329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91556F-189C-7437-94D6-3E82FB623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C9B9B6-49D5-1F5C-E149-EEAF543C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A439BE-5E1E-2DBD-55C3-6B78FAA5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5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2F6C7-56E4-CD2D-EFE8-1EB1494C4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291322-4A3D-D713-4412-2CC3981EE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3B278C-DFA7-D3BC-3465-DE85B3DE5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F87BFA-3493-404C-B9FC-347CC48E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9BA7DD-C619-C231-EEFC-C022417B7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73A736-58FC-5C23-EBEA-E8B7A86C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3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A0F4F-20E1-F019-EA9D-5D46528DC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92508D-FCD8-D715-03A2-68893643F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6A3C44-E06D-8A40-A508-FACEAB52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726B6A-A399-C9C0-4D45-7CBD4FB6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83C21-C4B3-0BF8-3992-B690F7DF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23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0296A9-A269-4B55-3F00-DC5638380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835F44-1D11-28CD-201F-46D2E04D5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C194EB-81B5-E315-09ED-38D318A5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E97E53-7B87-0FF0-D9D5-5D9E1B966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DE6755-848D-AB87-96D4-7BD973F5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31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8610A3-D34E-ACD1-BE7A-3E3E357F3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3133F9-FB9B-8D08-93B5-20EF653C5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10ED45-C0E5-3AAC-728B-4E39A15E6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FDB49-EEA3-4B1C-A2D8-5963FFCFA54B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779735-6B5C-588E-98CD-45159B518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8CF4E9-679A-1D55-BE14-2AF7CD503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8376E-BF58-4DDB-99C0-24A90CC0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4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43CA648-41B3-146C-8D7E-A94013887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16196FC-479C-FC84-696F-CD83D02B8F14}"/>
              </a:ext>
            </a:extLst>
          </p:cNvPr>
          <p:cNvSpPr txBox="1"/>
          <p:nvPr/>
        </p:nvSpPr>
        <p:spPr>
          <a:xfrm>
            <a:off x="2540000" y="2832100"/>
            <a:ext cx="75713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S 0 1 1 0 0 0 0 0 S </a:t>
            </a:r>
            <a:r>
              <a:rPr lang="en-US" sz="1000" dirty="0" err="1">
                <a:solidFill>
                  <a:srgbClr val="FF0000"/>
                </a:solidFill>
              </a:rPr>
              <a:t>S</a:t>
            </a:r>
            <a:r>
              <a:rPr lang="en-US" sz="1000" dirty="0">
                <a:solidFill>
                  <a:srgbClr val="FF0000"/>
                </a:solidFill>
              </a:rPr>
              <a:t> 00 1  00000   S  S00000000       S  </a:t>
            </a:r>
            <a:r>
              <a:rPr lang="en-US" sz="1000" dirty="0" err="1">
                <a:solidFill>
                  <a:srgbClr val="FF0000"/>
                </a:solidFill>
              </a:rPr>
              <a:t>S</a:t>
            </a:r>
            <a:r>
              <a:rPr lang="en-US" sz="1000" dirty="0">
                <a:solidFill>
                  <a:srgbClr val="FF0000"/>
                </a:solidFill>
              </a:rPr>
              <a:t> 1 0000000     S   </a:t>
            </a:r>
            <a:r>
              <a:rPr lang="en-US" sz="1000" dirty="0" err="1">
                <a:solidFill>
                  <a:srgbClr val="FF0000"/>
                </a:solidFill>
              </a:rPr>
              <a:t>S</a:t>
            </a:r>
            <a:r>
              <a:rPr lang="en-US" sz="1000" dirty="0">
                <a:solidFill>
                  <a:srgbClr val="FF0000"/>
                </a:solidFill>
              </a:rPr>
              <a:t> 00000000       S </a:t>
            </a:r>
            <a:r>
              <a:rPr lang="en-US" sz="1000" dirty="0" err="1">
                <a:solidFill>
                  <a:srgbClr val="FF0000"/>
                </a:solidFill>
              </a:rPr>
              <a:t>S</a:t>
            </a:r>
            <a:r>
              <a:rPr lang="en-US" sz="1000" dirty="0">
                <a:solidFill>
                  <a:srgbClr val="FF0000"/>
                </a:solidFill>
              </a:rPr>
              <a:t> 1 0000000      S  </a:t>
            </a:r>
            <a:r>
              <a:rPr lang="en-US" sz="1000" dirty="0" err="1">
                <a:solidFill>
                  <a:srgbClr val="FF0000"/>
                </a:solidFill>
              </a:rPr>
              <a:t>S</a:t>
            </a:r>
            <a:r>
              <a:rPr lang="en-US" sz="1000" dirty="0">
                <a:solidFill>
                  <a:srgbClr val="FF0000"/>
                </a:solidFill>
              </a:rPr>
              <a:t> 1 0000 110    S </a:t>
            </a:r>
            <a:r>
              <a:rPr lang="en-US" sz="1000" dirty="0" err="1">
                <a:solidFill>
                  <a:srgbClr val="FF0000"/>
                </a:solidFill>
              </a:rPr>
              <a:t>S</a:t>
            </a:r>
            <a:r>
              <a:rPr lang="en-US" sz="1000" dirty="0">
                <a:solidFill>
                  <a:srgbClr val="FF0000"/>
                </a:solidFill>
              </a:rPr>
              <a:t>   1011    1101 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C121A7-F76B-1FDC-3103-4F70BC50266A}"/>
              </a:ext>
            </a:extLst>
          </p:cNvPr>
          <p:cNvSpPr txBox="1"/>
          <p:nvPr/>
        </p:nvSpPr>
        <p:spPr>
          <a:xfrm>
            <a:off x="2921000" y="3078321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0x06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B326AB-5617-D135-853B-BF46867A38E9}"/>
              </a:ext>
            </a:extLst>
          </p:cNvPr>
          <p:cNvSpPr txBox="1"/>
          <p:nvPr/>
        </p:nvSpPr>
        <p:spPr>
          <a:xfrm>
            <a:off x="3736544" y="3078321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0x04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119CB9-EBAD-23F5-E714-A8795C9A1A8C}"/>
              </a:ext>
            </a:extLst>
          </p:cNvPr>
          <p:cNvSpPr txBox="1"/>
          <p:nvPr/>
        </p:nvSpPr>
        <p:spPr>
          <a:xfrm>
            <a:off x="4623294" y="3078321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1837E8-00EA-1A97-6DB1-CE4FE750DE45}"/>
              </a:ext>
            </a:extLst>
          </p:cNvPr>
          <p:cNvSpPr txBox="1"/>
          <p:nvPr/>
        </p:nvSpPr>
        <p:spPr>
          <a:xfrm>
            <a:off x="5582144" y="3078321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0x01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76C554-2155-8DD6-C548-3AAEFDE659D9}"/>
              </a:ext>
            </a:extLst>
          </p:cNvPr>
          <p:cNvSpPr txBox="1"/>
          <p:nvPr/>
        </p:nvSpPr>
        <p:spPr>
          <a:xfrm>
            <a:off x="6440685" y="3078321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94CFDF-077F-10BE-0A58-7FA1F3940F5E}"/>
              </a:ext>
            </a:extLst>
          </p:cNvPr>
          <p:cNvSpPr txBox="1"/>
          <p:nvPr/>
        </p:nvSpPr>
        <p:spPr>
          <a:xfrm>
            <a:off x="7417453" y="3078321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0x01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EBF292-ED37-D801-7B96-5FE6048E385F}"/>
              </a:ext>
            </a:extLst>
          </p:cNvPr>
          <p:cNvSpPr txBox="1"/>
          <p:nvPr/>
        </p:nvSpPr>
        <p:spPr>
          <a:xfrm>
            <a:off x="8423263" y="3078321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0x61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DB262C-0090-AE67-251E-BD586184406A}"/>
              </a:ext>
            </a:extLst>
          </p:cNvPr>
          <p:cNvSpPr txBox="1"/>
          <p:nvPr/>
        </p:nvSpPr>
        <p:spPr>
          <a:xfrm>
            <a:off x="9321852" y="3078321"/>
            <a:ext cx="4748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0xBD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A8C4C8-D458-AB71-8DDA-15F035792ACE}"/>
              </a:ext>
            </a:extLst>
          </p:cNvPr>
          <p:cNvSpPr txBox="1"/>
          <p:nvPr/>
        </p:nvSpPr>
        <p:spPr>
          <a:xfrm>
            <a:off x="1730375" y="2306796"/>
            <a:ext cx="389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rgbClr val="FF0000"/>
                </a:solidFill>
              </a:rPr>
              <a:t>TxD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BA0277-03CA-C161-0ACC-6DC711DD348C}"/>
              </a:ext>
            </a:extLst>
          </p:cNvPr>
          <p:cNvSpPr txBox="1"/>
          <p:nvPr/>
        </p:nvSpPr>
        <p:spPr>
          <a:xfrm>
            <a:off x="1730375" y="397367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rgbClr val="FF0000"/>
                </a:solidFill>
              </a:rPr>
              <a:t>RxD</a:t>
            </a:r>
            <a:endParaRPr 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706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3DCEC0-4F68-C2B0-7701-BBC571A2D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1E4FA7-FC72-026F-F5B1-E97D309A25E3}"/>
              </a:ext>
            </a:extLst>
          </p:cNvPr>
          <p:cNvSpPr txBox="1"/>
          <p:nvPr/>
        </p:nvSpPr>
        <p:spPr>
          <a:xfrm>
            <a:off x="2540000" y="4432300"/>
            <a:ext cx="67217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S 0 11  00 00 0  S </a:t>
            </a:r>
            <a:r>
              <a:rPr lang="en-US" sz="1000" dirty="0" err="1">
                <a:solidFill>
                  <a:srgbClr val="FF0000"/>
                </a:solidFill>
              </a:rPr>
              <a:t>S</a:t>
            </a:r>
            <a:r>
              <a:rPr lang="en-US" sz="1000" dirty="0">
                <a:solidFill>
                  <a:srgbClr val="FF0000"/>
                </a:solidFill>
              </a:rPr>
              <a:t> 00   1 0 0000    SS  0100 00 00     S </a:t>
            </a:r>
            <a:r>
              <a:rPr lang="en-US" sz="1000" dirty="0" err="1">
                <a:solidFill>
                  <a:srgbClr val="FF0000"/>
                </a:solidFill>
              </a:rPr>
              <a:t>S</a:t>
            </a:r>
            <a:r>
              <a:rPr lang="en-US" sz="1000" dirty="0">
                <a:solidFill>
                  <a:srgbClr val="FF0000"/>
                </a:solidFill>
              </a:rPr>
              <a:t> 10 00   1 001 S  S0000     1 000   S S0000    0110    S </a:t>
            </a:r>
            <a:r>
              <a:rPr lang="en-US" sz="1000" dirty="0" err="1">
                <a:solidFill>
                  <a:srgbClr val="FF0000"/>
                </a:solidFill>
              </a:rPr>
              <a:t>S</a:t>
            </a:r>
            <a:r>
              <a:rPr lang="en-US" sz="1000" dirty="0">
                <a:solidFill>
                  <a:srgbClr val="FF0000"/>
                </a:solidFill>
              </a:rPr>
              <a:t> 0011    01   01S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301E2-C7BE-4399-6983-F36C66FBCDAE}"/>
              </a:ext>
            </a:extLst>
          </p:cNvPr>
          <p:cNvSpPr txBox="1"/>
          <p:nvPr/>
        </p:nvSpPr>
        <p:spPr>
          <a:xfrm>
            <a:off x="1730375" y="2306796"/>
            <a:ext cx="389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rgbClr val="FF0000"/>
                </a:solidFill>
              </a:rPr>
              <a:t>TxD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D73BDB-8B89-E939-F41C-8255F9EC99D3}"/>
              </a:ext>
            </a:extLst>
          </p:cNvPr>
          <p:cNvSpPr txBox="1"/>
          <p:nvPr/>
        </p:nvSpPr>
        <p:spPr>
          <a:xfrm>
            <a:off x="1730375" y="397367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rgbClr val="FF0000"/>
                </a:solidFill>
              </a:rPr>
              <a:t>RxD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60EF6-E223-1F67-963C-15D4225BB70D}"/>
              </a:ext>
            </a:extLst>
          </p:cNvPr>
          <p:cNvSpPr txBox="1"/>
          <p:nvPr/>
        </p:nvSpPr>
        <p:spPr>
          <a:xfrm>
            <a:off x="2921000" y="4912836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 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73EF7C-3BE4-0952-7159-06258F8A6B22}"/>
              </a:ext>
            </a:extLst>
          </p:cNvPr>
          <p:cNvSpPr txBox="1"/>
          <p:nvPr/>
        </p:nvSpPr>
        <p:spPr>
          <a:xfrm>
            <a:off x="3751580" y="4912836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 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F73BC-FADD-0362-B2A8-0AFCC702D870}"/>
              </a:ext>
            </a:extLst>
          </p:cNvPr>
          <p:cNvSpPr txBox="1"/>
          <p:nvPr/>
        </p:nvSpPr>
        <p:spPr>
          <a:xfrm>
            <a:off x="4658360" y="4912836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 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79B4FF-3E66-E684-FF31-79753A6A15DD}"/>
              </a:ext>
            </a:extLst>
          </p:cNvPr>
          <p:cNvSpPr txBox="1"/>
          <p:nvPr/>
        </p:nvSpPr>
        <p:spPr>
          <a:xfrm>
            <a:off x="5651117" y="491283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0x91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A646A0-D842-9FDE-D5B8-20305DDEC9D9}"/>
              </a:ext>
            </a:extLst>
          </p:cNvPr>
          <p:cNvSpPr txBox="1"/>
          <p:nvPr/>
        </p:nvSpPr>
        <p:spPr>
          <a:xfrm>
            <a:off x="6535037" y="491283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DD8A00-B26B-AE55-37A0-5E741E7AA32D}"/>
              </a:ext>
            </a:extLst>
          </p:cNvPr>
          <p:cNvSpPr txBox="1"/>
          <p:nvPr/>
        </p:nvSpPr>
        <p:spPr>
          <a:xfrm>
            <a:off x="7493819" y="491283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0x60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AE9D2E-51D6-8618-D035-76F2CB3A114F}"/>
              </a:ext>
            </a:extLst>
          </p:cNvPr>
          <p:cNvSpPr txBox="1"/>
          <p:nvPr/>
        </p:nvSpPr>
        <p:spPr>
          <a:xfrm>
            <a:off x="8385359" y="4912836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0xAC</a:t>
            </a:r>
          </a:p>
        </p:txBody>
      </p:sp>
    </p:spTree>
    <p:extLst>
      <p:ext uri="{BB962C8B-B14F-4D97-AF65-F5344CB8AC3E}">
        <p14:creationId xmlns:p14="http://schemas.microsoft.com/office/powerpoint/2010/main" val="304519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A50FCE-93AF-C678-9858-112BCDAC32B9}"/>
              </a:ext>
            </a:extLst>
          </p:cNvPr>
          <p:cNvSpPr txBox="1"/>
          <p:nvPr/>
        </p:nvSpPr>
        <p:spPr>
          <a:xfrm>
            <a:off x="574040" y="426561"/>
            <a:ext cx="927529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Turn On :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06  04  00  10  00  20  F1  A0 </a:t>
            </a:r>
          </a:p>
          <a:p>
            <a:endParaRPr lang="en-US" sz="2000" dirty="0"/>
          </a:p>
          <a:p>
            <a:r>
              <a:rPr lang="en-US" sz="2000" dirty="0"/>
              <a:t>01100000 01100000 10100000 10000111 00000000 10000000 10011000 11100010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06  06  05  E1  00  01  19  47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9468A-266F-C3F4-97D9-8B568D9146B5}"/>
              </a:ext>
            </a:extLst>
          </p:cNvPr>
          <p:cNvSpPr txBox="1"/>
          <p:nvPr/>
        </p:nvSpPr>
        <p:spPr>
          <a:xfrm>
            <a:off x="574040" y="3040221"/>
            <a:ext cx="92752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Turn Off :</a:t>
            </a:r>
          </a:p>
          <a:p>
            <a:r>
              <a:rPr lang="en-US" sz="2000" dirty="0"/>
              <a:t>01100000 00100000 00000000 00001000 00000000 00000100 10001111 00000101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06 04 00 10 00 20 F1 A0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000" dirty="0"/>
          </a:p>
          <a:p>
            <a:r>
              <a:rPr lang="en-US" sz="2000" dirty="0"/>
              <a:t>01100000 01100000 10100000 10000111 00000000 01000000 10011010 01100010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06 06 05 E1 00 02 59 46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83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4A2CB9-CCAE-C1D6-ED3C-6170274131B4}"/>
              </a:ext>
            </a:extLst>
          </p:cNvPr>
          <p:cNvSpPr txBox="1"/>
          <p:nvPr/>
        </p:nvSpPr>
        <p:spPr>
          <a:xfrm>
            <a:off x="574040" y="426561"/>
            <a:ext cx="92752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set to 85.7C :</a:t>
            </a:r>
          </a:p>
          <a:p>
            <a:r>
              <a:rPr lang="en-US" sz="2000" dirty="0"/>
              <a:t>01100000 00100000 00000000 00001000 00000000 00000100 10001111 00000101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06  04 00 10 00 20 F1 A0</a:t>
            </a:r>
          </a:p>
          <a:p>
            <a:endParaRPr lang="en-US" sz="2000" dirty="0"/>
          </a:p>
          <a:p>
            <a:r>
              <a:rPr lang="en-US" sz="2000" dirty="0"/>
              <a:t>01100000 01100000 </a:t>
            </a:r>
            <a:r>
              <a:rPr lang="en-US" sz="2000"/>
              <a:t>00000000 00101000 </a:t>
            </a:r>
            <a:r>
              <a:rPr lang="en-US" sz="2000" dirty="0"/>
              <a:t>10000100 01011110 01000101 01010011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06 06 00 14 21 7A A2 CA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467AD-AA1E-4737-C1B8-E33B4333ADDF}"/>
              </a:ext>
            </a:extLst>
          </p:cNvPr>
          <p:cNvSpPr txBox="1"/>
          <p:nvPr/>
        </p:nvSpPr>
        <p:spPr>
          <a:xfrm>
            <a:off x="574040" y="2553455"/>
            <a:ext cx="92752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set to 37.2C :</a:t>
            </a:r>
          </a:p>
          <a:p>
            <a:r>
              <a:rPr lang="en-US" sz="2000" dirty="0"/>
              <a:t>01100000 00100000 00000000 00001000 00000000 00000100 10001111 00000101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06 04 00 10 00 20 F1 A0</a:t>
            </a:r>
          </a:p>
          <a:p>
            <a:endParaRPr lang="en-US" sz="2000" dirty="0"/>
          </a:p>
          <a:p>
            <a:r>
              <a:rPr lang="en-US" sz="2000" dirty="0"/>
              <a:t>01100000 01100000 00000000 00101000 01110000 00010001 00110011 11111110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06 06 00 14 0E 88 CC 7F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6F36E-00DE-CCBD-112A-713542137D34}"/>
              </a:ext>
            </a:extLst>
          </p:cNvPr>
          <p:cNvSpPr txBox="1"/>
          <p:nvPr/>
        </p:nvSpPr>
        <p:spPr>
          <a:xfrm>
            <a:off x="574040" y="4492447"/>
            <a:ext cx="92752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set to 37.4C :</a:t>
            </a:r>
          </a:p>
          <a:p>
            <a:r>
              <a:rPr lang="en-US" sz="2000" dirty="0"/>
              <a:t>01100000 00100000 00000000 00001000 00000000 00000100 10001111 00000101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06 04 00 10 00 20 F1 A0</a:t>
            </a:r>
          </a:p>
          <a:p>
            <a:endParaRPr lang="en-US" sz="2000" dirty="0"/>
          </a:p>
          <a:p>
            <a:r>
              <a:rPr lang="en-US" sz="2000" dirty="0"/>
              <a:t>01100000 01100000 00000000 00101000 01110000 00111001 00110011 00001110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06 06 00 14 0E 9C CC 70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38999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89F81A-71E6-33E5-7B97-38AB4A57CA8C}"/>
              </a:ext>
            </a:extLst>
          </p:cNvPr>
          <p:cNvSpPr txBox="1"/>
          <p:nvPr/>
        </p:nvSpPr>
        <p:spPr>
          <a:xfrm>
            <a:off x="574040" y="492181"/>
            <a:ext cx="92752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set to 37.2C :</a:t>
            </a:r>
          </a:p>
          <a:p>
            <a:r>
              <a:rPr lang="en-US" sz="2000" dirty="0"/>
              <a:t>01100000 00100000 00000000 00001000 00000000 00000100 10001111 00000101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06 04 00 10 00 20 F1 A0</a:t>
            </a:r>
          </a:p>
          <a:p>
            <a:endParaRPr lang="en-US" sz="2000" dirty="0"/>
          </a:p>
          <a:p>
            <a:r>
              <a:rPr lang="en-US" sz="2000" dirty="0"/>
              <a:t>01100000 01100000 00000000 00101000 01110000 00010001 00110011 11111110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b="1" dirty="0">
                <a:solidFill>
                  <a:srgbClr val="0070C0"/>
                </a:solidFill>
                <a:sym typeface="Wingdings" panose="05000000000000000000" pitchFamily="2" charset="2"/>
              </a:rPr>
              <a:t>06 06 00 14 </a:t>
            </a:r>
            <a:r>
              <a:rPr lang="en-US" sz="2000" dirty="0">
                <a:sym typeface="Wingdings" panose="05000000000000000000" pitchFamily="2" charset="2"/>
              </a:rPr>
              <a:t>0E 88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CC 7F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09CF7-17F8-08A8-8C72-4A461861FC42}"/>
              </a:ext>
            </a:extLst>
          </p:cNvPr>
          <p:cNvSpPr txBox="1"/>
          <p:nvPr/>
        </p:nvSpPr>
        <p:spPr>
          <a:xfrm>
            <a:off x="574040" y="2785930"/>
            <a:ext cx="92752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set to 47.2C :</a:t>
            </a:r>
          </a:p>
          <a:p>
            <a:r>
              <a:rPr lang="en-US" sz="2000" dirty="0"/>
              <a:t>01100000 00100000 00000000 00001000 00000000 00000100 10001111 00000101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06 04 00 10 00 20 F1 A0</a:t>
            </a:r>
          </a:p>
          <a:p>
            <a:endParaRPr lang="en-US" sz="2000" dirty="0"/>
          </a:p>
          <a:p>
            <a:r>
              <a:rPr lang="en-US" sz="2000" dirty="0"/>
              <a:t>01100000 01100000 00000000 00101000 01001000 00001110 10100011 10111100</a:t>
            </a:r>
          </a:p>
          <a:p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b="1" dirty="0">
                <a:solidFill>
                  <a:srgbClr val="0070C0"/>
                </a:solidFill>
                <a:sym typeface="Wingdings" panose="05000000000000000000" pitchFamily="2" charset="2"/>
              </a:rPr>
              <a:t>06 06 00 14 </a:t>
            </a:r>
            <a:r>
              <a:rPr lang="en-US" sz="2000" dirty="0">
                <a:sym typeface="Wingdings" panose="05000000000000000000" pitchFamily="2" charset="2"/>
              </a:rPr>
              <a:t>12 70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C5 3D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28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89F81A-71E6-33E5-7B97-38AB4A57CA8C}"/>
              </a:ext>
            </a:extLst>
          </p:cNvPr>
          <p:cNvSpPr txBox="1"/>
          <p:nvPr/>
        </p:nvSpPr>
        <p:spPr>
          <a:xfrm>
            <a:off x="574040" y="492181"/>
            <a:ext cx="27895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: 85C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04 00 10 00 20 F1 A0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06 00 14 21 34 D0 2F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D9234-5D9E-FBEA-1A43-E953481AB24E}"/>
              </a:ext>
            </a:extLst>
          </p:cNvPr>
          <p:cNvSpPr txBox="1"/>
          <p:nvPr/>
        </p:nvSpPr>
        <p:spPr>
          <a:xfrm>
            <a:off x="574040" y="1972793"/>
            <a:ext cx="28299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: 40C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04 00 10 00 20 F1 A0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06 00 14 0F A0 CC 20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89ED0-7793-C69A-0A6E-EBE9288B0830}"/>
              </a:ext>
            </a:extLst>
          </p:cNvPr>
          <p:cNvSpPr txBox="1"/>
          <p:nvPr/>
        </p:nvSpPr>
        <p:spPr>
          <a:xfrm>
            <a:off x="574040" y="3361713"/>
            <a:ext cx="28299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: 25C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04 00 10 00 20 F1 A0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06 00 14 09 C4 CE 6B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06BBA-5088-911E-363D-D9B743B6DCD0}"/>
              </a:ext>
            </a:extLst>
          </p:cNvPr>
          <p:cNvSpPr txBox="1"/>
          <p:nvPr/>
        </p:nvSpPr>
        <p:spPr>
          <a:xfrm>
            <a:off x="574040" y="4757487"/>
            <a:ext cx="28299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: 00C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04 00 10 00 20 F1 A0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06 00 14 00 00 C9 A8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E009C1-8D07-0972-FFF3-539F370B5B02}"/>
              </a:ext>
            </a:extLst>
          </p:cNvPr>
          <p:cNvSpPr txBox="1"/>
          <p:nvPr/>
        </p:nvSpPr>
        <p:spPr>
          <a:xfrm>
            <a:off x="5525749" y="3361713"/>
            <a:ext cx="28299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: N40C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04 00 10 00 20 F1 A0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06 00 14 F0 60 8D 80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2B38E-AEA7-E0F8-3B3E-EB79E656EC70}"/>
              </a:ext>
            </a:extLst>
          </p:cNvPr>
          <p:cNvSpPr txBox="1"/>
          <p:nvPr/>
        </p:nvSpPr>
        <p:spPr>
          <a:xfrm>
            <a:off x="5525749" y="4757487"/>
            <a:ext cx="28299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: N20C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04 00 10 00 20 F1 A0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06 00 14 F8 30 8A 7C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67F68A-1523-8865-9CE2-021ECE314C4F}"/>
              </a:ext>
            </a:extLst>
          </p:cNvPr>
          <p:cNvSpPr txBox="1"/>
          <p:nvPr/>
        </p:nvSpPr>
        <p:spPr>
          <a:xfrm>
            <a:off x="5525749" y="1972793"/>
            <a:ext cx="28299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: 150C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04 00 10 00 20 F1 A0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06 00 14 3A 98 DA A2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B9A00-C8A3-B543-AC43-9615B3C8A64A}"/>
              </a:ext>
            </a:extLst>
          </p:cNvPr>
          <p:cNvSpPr txBox="1"/>
          <p:nvPr/>
        </p:nvSpPr>
        <p:spPr>
          <a:xfrm>
            <a:off x="5525749" y="492180"/>
            <a:ext cx="28299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: 60C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04 00 10 00 20 F1 A0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06 06 </a:t>
            </a:r>
            <a:r>
              <a:rPr lang="en-US" sz="2000">
                <a:sym typeface="Wingdings" panose="05000000000000000000" pitchFamily="2" charset="2"/>
              </a:rPr>
              <a:t>00 14 17 70 C7 BC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9413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8D46B8-A250-87FE-1C81-A4A64C8F5C7B}"/>
              </a:ext>
            </a:extLst>
          </p:cNvPr>
          <p:cNvSpPr txBox="1"/>
          <p:nvPr/>
        </p:nvSpPr>
        <p:spPr>
          <a:xfrm>
            <a:off x="891756" y="492181"/>
            <a:ext cx="28055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 Read :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04 00 10 00 20 F0 71</a:t>
            </a:r>
          </a:p>
          <a:p>
            <a:r>
              <a:rPr lang="en-US" sz="2000" dirty="0">
                <a:sym typeface="Wingdings" panose="05000000000000000000" pitchFamily="2" charset="2"/>
              </a:rPr>
              <a:t>06 04 0A 8A 00 07 93 9C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7976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525</Words>
  <Application>Microsoft Office PowerPoint</Application>
  <PresentationFormat>와이드스크린</PresentationFormat>
  <Paragraphs>90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JY.KIM</dc:creator>
  <cp:lastModifiedBy>JY.KIM</cp:lastModifiedBy>
  <cp:revision>12</cp:revision>
  <dcterms:created xsi:type="dcterms:W3CDTF">2024-07-10T04:24:29Z</dcterms:created>
  <dcterms:modified xsi:type="dcterms:W3CDTF">2024-07-11T03:52:52Z</dcterms:modified>
</cp:coreProperties>
</file>