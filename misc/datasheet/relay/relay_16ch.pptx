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7" r:id="rId12"/>
    <p:sldId id="268" r:id="rId13"/>
    <p:sldId id="266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89"/>
    <p:restoredTop sz="94831"/>
  </p:normalViewPr>
  <p:slideViewPr>
    <p:cSldViewPr snapToGrid="0">
      <p:cViewPr>
        <p:scale>
          <a:sx n="122" d="100"/>
          <a:sy n="122" d="100"/>
        </p:scale>
        <p:origin x="2680" y="7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04:16:14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24575,'10'2'0,"3"0"0,11 1 0,14 1 0,9 0 0,24-1 0,-3 3 0,16 0 0,-12 3 0,-20-2 0,-18 0 0,-15-2 0,-3 4 0,2 1 0,5 5 0,-7-2 0,4 10 0,2 10 0,0 9 0,5 13 0,-3 3 0,-5-1 0,-5 11 0,-7-6 0,-6 20 0,-4 2 0,1-31 0,-1 0 0,-3 41 0,1-1 0,-2-14 0,-1-5 0,-9 14 0,-5-3 0,-4 7 0,12-44 0,1 0 0,-10 40 0,0 2 0,1 3 0,1-10 0,0 3 0,-1 5 0,3-14 0,3-3 0,3-10 0,5-21 0,-1 15 0,-2 5 0,-2 15 0,-1 11 0,1-14 0,3 2 0,1-1 0,4 7 0,-2 1 0,4-15 0,-1-6 0,2-14 0,0 9 0,-1-10 0,2-8 0,-1 1 0,-1 3 0,-1 20 0,0 5 0,-1 3 0,1-12 0,0 6 0,3-7 0,-3 5 0,1 5 0,-1-13 0,-1 6 0,1-3 0,1-5 0,-3 9 0,3-8 0,-2-2 0,2-5 0,-1-3 0,0-8 0,2-2 0,0 8 0,1 4 0,0 8 0,0-5 0,1-15 0,-1-11 0,0-12 0,0-6 0,1-6 0,0 0 0,0-2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04:16:16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24575,'7'24'0,"2"10"0,-3 1 0,-1-2 0,-2-7 0,-2-7 0,0 7 0,0-5 0,1 4 0,-2-10 0,0 1 0,0-1 0,1 4 0,0-4 0,-1-5 0,1-4 0,-1-5 0,2 1 0,5 2 0,1-1 0,6 1 0,2-2 0,0 0 0,0-3 0,-7 0 0,4-1 0,0-2 0,7-4 0,3-3 0,-6 0 0,-1 1 0,-6 3 0,5-7 0,2-4 0,6-10 0,-1 0 0,7-5 0,3-5 0,-3 7 0,-3 2 0,-14 17 0,-8 7 0,-2 3 0,-1 1 0,4-3 0,-2-1 0,1 0 0,-2 1 0,-2 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04:16:25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1123 0 24575,'-3'2'0,"-4"2"0,1-1 0,-6 5 0,-3 2 0,-4 4 0,-5 10 0,0 2 0,-2 8 0,-5 4 0,2 1 0,-2 1 0,1-1 0,6-6 0,-3 3 0,4-2 0,-1 0 0,3 3 0,3-4 0,-2 11 0,0-7 0,-8 19 0,3-7 0,-1 8 0,5 1 0,1-1 0,-1 13 0,-5 13 0,-1-3 0,11-27 0,-1 2 0,1-5 0,0 1 0,2 1 0,1 2 0,0 4 0,1 0 0,4-1 0,2-1 0,-2-2 0,0 0 0,-1 12 0,0-1 0,0-9 0,1-3 0,-8 42 0,5-9 0,5-39 0,2 5 0,0-2 0,1 1 0,-1 14 0,3 0 0,-1-3 0,1 7 0,-2-6 0,-2 15 0,-1 11 0,1 10 0,2-28 0,2-7 0,1-2 0,0-6 0,0-3 0,0 2 0,-2 31 0,0-20 0,-1 16 0,2-35 0,-1-7 0,1-10 0,-1 1 0,-1 3 0,1 25 0,-2-6 0,1 6 0,-3-9 0,0-13 0,-2 13 0,2 2 0,0 2 0,-3 8 0,3-9 0,-1-7 0,3 1 0,3 2 0,-1 9 0,-1 34 0,0-42 0,1 1 0,0 4 0,0 2 0,1 8 0,-1 0 0,2 34 0,0-42 0,1 0 0,0-3 0,0-1 0,-1 0 0,1 1 0,0 0 0,0 1 0,0 2 0,-1 1 0,3 0 0,-1 0 0,0-1 0,1 1 0,0 4 0,1 0 0,-1-10 0,-1-2 0,1 47 0,-1-4 0,-2-20 0,0 2 0,0-11 0,0-9 0,0 2 0,0-10 0,0-13 0,0-9 0,0-17 0,0-5 0,0 0 0,2 10 0,0 12 0,1-5 0,-1 7 0,1-3 0,-1 0 0,0 63 0,-1-31 0,-1 43 0,0-36 0,0-2 0,0-10 0,0-8 0,0-15 0,0 3 0,0 6 0,0 10 0,0 14 0,0-7 0,0 2 0,-2-2 0,-2 10 0,-1 23 0,0 10 0,1-45 0,1-2 0,-3 36 0,0-10 0,-1 1 0,2-6 0,1-21 0,0 3 0,1-1 0,0 3 0,0 13 0,1 3 0,0 13 0,1 1 0,0-7 0,1-1 0,-1-2 0,0-4 0,0-18 0,0-4 0,-3 34 0,-3-9 0,0 18 0,1-12 0,0-11 0,5-27 0,-1-25 0,-2 6 0,-3 16 0,0 11 0,2 3 0,2-19 0,3-18 0,-1-10 0,0 2 0,-1 7 0,1 10 0,1 7 0,0 3 0,0 16 0,-2-5 0,-1 27 0,-2 23 0,4-45 0,0 3 0,-1 8 0,2-1 0,-1-6 0,2-3 0,-1 28 0,-2-20 0,2-26 0,-3-11 0,3-3 0,-1-2 0,1-3 0,0 1 0,-1-1 0,-1 3 0,-2 14 0,2 3 0,0 7 0,1 7 0,-1-3 0,1-5 0,-3-2 0,3-3 0,-2 0 0,2 9 0,-1-1 0,1 1 0,0-7 0,0-8 0,1-6 0,0 12 0,0 5 0,1 18 0,0 1 0,1 5 0,-2 2 0,1 7 0,3-7 0,4 16 0,4 5 0,-5-39 0,1 2 0,2 2 0,1 1 0,7 10 0,2 0 0,0-8 0,4 0 0,17 20 0,3-1 0,-9-18 0,1-3 0,2-1 0,-1-4 0,14 23 0,-12-24 0,-1-7 0,11 7 0,7-6 0,-8-5 0,11-1 0,-14-10 0,15 6 0,15 7 0,-25-15 0,3 0 0,13 6 0,4 3 0,17 5 0,4 2 0,-29-12 0,1-1 0,-1 1 0,18 9 0,-1 0 0,2 0 0,-2-1 0,-13-4 0,2 0 0,19 6 0,5 3-261,-18-10 0,2 2 0,-1-2 261,-4-2 0,-2 0 0,1-2 0,-2-1 0,-1-1 0,-2-2 0,12 3 0,-3-3 0,-11-7 0,0-2 0,2 3 0,2 0 0,10-2 0,4 0 0,7 0 0,3 0 0,1-2 0,3-2-159,-23-3 0,3 0 1,-2 0 158,24 3 0,1 1 0,-24-3 0,3 0 0,-3 1 0,-6-1 0,-2 0 0,0-1 0,27 2 0,1 0 0,-27-3 0,1 0 0,1-1 0,6 1 0,2-2 0,-2 1 0,-6 0 0,-2-1 0,0 1 382,34 1 0,-9 0-382,4-3 0,-17-3 0,-10-4 0,-17-1 0,1-1 0,40-8 247,-36 3 1,-1-2-248,34-22 0,-40 13 0,1-3 0,10-10 0,-1 0 0,-9 5 0,0 0 0,12-8 0,0 0 0,-10 8 0,-3 2 0,20-13 0,-23 11 0,-5 0 0,-11 3 0,31-31 0,-15 5 0,-5 2 0,-2-2 0,-12 16 0,-3-7 0,-9 12 0,3-7 0,-6 12 0,-2 4 0,0-2 0,-4 9 0,-2 2 0,-2 5 0,-2 3 0,0-3 0,4-6 0,2-6 0,0-1 0,0 2 0,-4-1 0,4-5 0,2-5 0,1 1 0,-3 10 0,-5 8 0,0 3 0,2-2 0,1-3 0,-1 1 0,-1 1 0,0 0 0,3-7 0,0 2 0,1-1 0,-4 7 0,-2 6 0,0 1 0,-1 2 0,0-2 0,0 1 0,0-2 0,2-7 0,2-1 0,1-4 0,-2 5 0,-1 4 0,-1 6 0,-1-1 0,2 1 0,-2 0 0,2-1 0,-2 0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04:16:26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593 0 24575,'-19'1'0,"-7"3"0,-32 6 0,1 0 0,-36 4 0,25-4 0,2 0 0,24-2 0,20-4 0,9-2 0,5-1 0,-3 1 0,-12 4 0,4 0 0,-8 3 0,10-2 0,4-2 0,5-3 0,6-3 0,7-4 0,4 2 0,0-2 0,-3 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04:16:27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11603,'0'14'0,"2"9"4892,4 7-4892,5 17 2258,8 17-2258,7 0 1278,-1-8-1278,6-1 4544,-6-15-4544,5 7 0,-2-8 0,-7-8 0,-8-14 0,-6-8 0,-6-8 0,0 0 0,1-1 0,2 2 0,-1-1 0,1 1 0,-2-1 0,9-1 0,13 0 0,-5-2 0,3 1 0,-18-1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9T13:05:19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 0 24575,'-6'11'0,"-3"6"0,-6 19 0,-7 16 0,-5 11 0,-9 18 0,-1-4 0,4-10 0,8-11 0,14-29 0,5-8 0,5-14 0,1-2 0,0-2 0,0-1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9T13:05:20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22662,'18'2'0,"8"0"933,2-2-933,-1 0 321,-1 1-321,-5 3 163,19 5-163,9 2 496,6 2-496,-12-5 0,-5-3 0,-21-2 0,0-1 0,-12-1 0,-8-1 0,-9-2 0,5 1 0,-3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9T13:05:27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1 429 24575,'7'7'0,"6"5"0,9 12 0,23 23 0,1-6 0,11 4 0,-1-4 0,7 3 0,3-2-789,15 5 1,4-3 0,6 0 788,-7-6 0,4-1 0,1-2 0,-1-4 0,-9-5 0,-1-3 0,-1-3 0,1-1 0,-1-1 0,1-2 0,-1-2 0,-3-3 88,10 0 1,-2-3 0,-5-4-89,18-2 0,-4-7 0,4-6 0,-4-6 0,-18 1 0,-4-4 0,-2-5 0,-3 0 0,-12 5 0,-2 2 0,6 1 0,0 2 886,-2 4 0,1 1-886,12-1 0,2 2 0,8 0 0,2 1 0,7-2 0,8 1-732,-3 4 0,10 2 1,4-1 731,-24 1 0,3-2 0,3 1 0,0 0 0,-1 1 0,-4 1 0,-2 1 0,1 1 0,1-1 0,4 0-422,2-1 0,4 1 1,3-1-1,-1 0 1,-2 0-1,-5 1 422,13 1 0,-6 0 0,-1 0 0,4 0 0,-9 0 0,3 0 0,1-1 0,-1 1 0,-1-1 0,-7-1 0,-1 1 0,0-1 0,-1-1 0,0 1-323,21-1 1,-1 0-1,-1 0 1,-3-1 322,-13 1 0,-2-2 0,-2 1 0,-1 0-157,20 0 0,-1-1 0,-6 1 157,-18 1 0,-5 0 0,-1 0 0,22 0 0,1-1 0,-18-2 0,4 0 0,-5 0 0,15-1 0,-1-1 0,-18 0 0,3 0 0,-1 0 0,28-1 0,-1 1 928,-3 1 1,0 0-929,-6 2 0,-2 0 1273,-9 1 0,0 1-1273,5-1 0,0 2 0,-3 0 0,6 0 204,1 0 1,8 1-1,-2-1-204,-12 1 0,-1 0 0,3 0 0,-9 1 0,3-1 0,1 0 0,-1 0 0,1-1 0,1 0 0,-2-1 0,-4 1 0,1 0 0,-3 0 0,8-1 0,-2 0 0,10 0 0,3-1 0,-1 1 0,-7-1-334,15 0 0,-6-1 0,7 1 334,-16 0 0,6 0 0,2 0 0,-2 0 0,-7 0 0,13-2 0,-7 1 0,1-2-196,8-1 1,1-2-1,-6 0 196,-22 1 0,-3 0 0,1-2 0,12-2 0,3-1 0,-3-1 0,-8 2 0,-3-1 0,-2 0 0,19-5 0,-4 0 0,-2 1 0,-4 1 474,-20 3 0,-3 1-474,-2 2 0,1 0 839,1 1 0,2 0-839,3 2 0,2 1 380,4 0 0,1 0-380,-1 0 0,0 0 0,-1-1 0,0-1 0,-3 0 0,2 0 0,12-2 0,4 0 0,10-2 0,0-1 0,-8 3 0,-1-1 0,9-7 0,-6-1 0,-29 6 0,-4-2 0,32-17 0,-40 14 0,-21 5 0,-14 7 0,4 0 0,-5 3 0,2 2 0,1 2 0,8 0 0,-3 1 0,-60 0-1696,-23-1 0,-6 0 0,18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04:16:40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7348 24575,'29'4'0,"10"-1"0,24-2 0,-1 2 0,-6-3 0,-16 1 0,2 0 0,-7 1 0,7-2 0,5 2 0,2-2 0,3 1 0,7 1 0,-1 0 0,1-1 0,13 0 0,-12-1 0,-2 0 0,-17 0 0,-23 0 0,-1 0 0,-1 0 0,18 0 0,19 0 0,1 0 0,16 0 0,-16 0 0,10 0 0,10-2 0,8 1 0,13-1 0,-39 2 0,-1-1 0,22 0 0,6-1 0,-35-1 0,-8 0 0,1 1 0,-2-1 0,8 2 0,11-1 0,8 1 0,6-1 0,9-6 0,-29 1 0,1-2 0,-2 1 0,0-2 0,4 0 0,1 0 0,42-8 0,-14 0 0,-31 5 0,1 0 0,-5 0 0,-1-1 0,4-2 0,0 0 0,-2-1 0,-3-1 0,28-15 0,-3-3 0,-10-2 0,2-6 0,-7 2 0,6-11 0,-3 3 0,-1-4 0,-20 19 0,1-2 0,-3 1 0,-2-1 0,3-4 0,-3-2 0,-3-3 0,-4 0 0,11-34 0,-2-9 0,-4 3 0,-4-6 0,-6 17 0,-9-2 0,-7 24 0,-5-5 0,0-10 0,-2-3 0,-1-1 0,-4 3 0,-6 23 0,-6 5 0,-15 8 0,4 8 0,-1 1 0,10 6 0,-3-4 0,-14-10 0,-30-14 0,-3 2 0,-11-5 0,23 14 0,1-2 0,-1 0 0,-19-4 0,25 16 0,-5 1 0,-10-1 0,-1 3 0,4 2 0,3 2 0,-30-6 0,24 9 0,28 4 0,-32-6 0,16 4 0,-4 0 0,-2 0 0,0-1 0,-4 0 0,1 0 0,12 1 0,3 0 0,-17-7 0,23 4 0,-10-14 0,-2-4 0,-16-7 0,2-5 0,0-1 0,-5-6 0,9-6 0,20 3 0,-7-20 0,8 7 0,-6-13 0,18 24 0,6-5 0,2-7 0,1-16 0,-2-3 0,10 39 0,0 0 0,0 1 0,1 0 0,-9-41 0,11 38 0,1 0 0,-6-46 0,0 4 0,2 0 0,5 22 0,4-3 0,3 3 0,2 4 0,0-6 0,2 3 0,-1 4 0,1 6 0,0-1 0,2 9 0,1-10 0,-1 2 0,-1 4 0,-1-2 0,0 1 0,1 4 0,-2-8 0,2 8 0,-2-4 0,0 5 0,-1 12 0,1 9 0,-1 16 0,0 10 0,0 1 0,0 5 0,0-2 0,-2-3 0,0 1 0,-1-3 0,0 2 0,-2 1 0,1-2 0,0 2 0,0-2 0,3 3 0,0-8 0,1-3 0,0-13 0,1-9 0,0-8 0,0 1 0,-1-3 0,2 3 0,0 0 0,3-11 0,-2 13 0,0-4 0,0 11 0,-1 6 0,0 10 0,3-6 0,-1 12 0,3-11 0,2 0 0,3-1 0,7-10 0,4-1 0,5 0 0,3-1 0,9-1 0,-10 7 0,14-8 0,-19 14 0,4-1 0,0-1 0,0 5 0,0-4 0,-2 5 0,-8 5 0,0 1 0,3-2 0,-2-1 0,0 1 0,-4 0 0,-4 5 0,-1 1 0,-3 3 0,-3 3 0,-1-1 0,-3 4 0,4-3 0,2-2 0,5-6 0,4-1 0,2-1 0,0-1 0,2 2 0,2-3 0,-3 3 0,0-1 0,-4 3 0,-2 1 0,3-2 0,8-8 0,10-13 0,-4 5 0,18-24 0,-11 19 0,-6 0 0,-7 11 0,-21 17 0,2 1 0,0 0 0,-2 4 0,3-3 0,-4 2 0,3-1 0,2-1 0,4-3 0,0 0 0,-2-2 0,-1 3 0,-4 2 0,2 0 0,-4 2 0,2 0 0,-2 0 0,1-1 0,1 0 0,2-1 0,3-4 0,2 2 0,5-6 0,-4 4 0,3-2 0,-4 3 0,2-1 0,-4 2 0,-1 1 0,-5 3 0,0-1 0,0 1 0,-1 0 0,1 0 0,-2 1 0,0 0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04:16:43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 24575,'20'-3'0,"5"0"0,8-2 0,8 0 0,-4 0 0,2 2 0,-8 0 0,-2 1 0,-13 0 0,-4 1 0,-11 1 0,2 0 0,-2 0 0,1 0 0,-1 0 0,2 0 0,-1 0 0,5 0 0,2 0 0,-1 0 0,3 0 0,-5 0 0,4 0 0,-4-1 0,-1 1 0,-3-1 0,3 1 0,0 0 0,1 1 0,-1-1 0,-3 1 0,1 1 0,4 0 0,-2 0 0,0-1 0,-3 0 0,-1 0 0,1 0 0,-2 1 0,1 2 0,-3 2 0,1 1 0,-2-1 0,-1 1 0,0-1 0,-1-1 0,1 1 0,-1-3 0,-2 6 0,-3-2 0,0 1 0,-4 3 0,5-2 0,-6 4 0,5 1 0,-2 0 0,-1 2 0,2-3 0,-1 2 0,2 0 0,1 0 0,-2 2 0,0-1 0,1 2 0,2-3 0,2 0 0,0-4 0,1 1 0,0 0 0,2-1 0,1-3 0,0-3 0,1-3 0,1-1 0,0-1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04:17:53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18440,'20'5'0,"13"4"2795,10-2-2795,4 4 1048,3-2-1048,-22-2 548,-1-3-548,-10 0 1744,3 0-1744,7 2 0,6 4 0,5 0 0,-4 4 0,3 2 0,7 5 0,5 3 0,9 4 0,-19-8 0,-13-4 0,-16-4 0,-5 0 0,4 4 0,1 0 0,2-1 0,-2-3 0,-1-2 0,-1 0 0,1 2 0,5 4 0,0-3 0,9 4 0,-7-6 0,6 3 0,0 2 0,6 3 0,15 5 0,14 5 0,2-1 0,26 10 0,-4-1 0,7 1 0,-38-21 0,0-1 0,37 10 0,6-3 0,-8-3 0,-6-3 0,-14-7 0,9 4 0,-13-7 0,5 3 0,2-7 0,-3 1 0,10-3 0,1 0 0,1 0 0,-3-2 0,-8 0 0,-15-1 0,-6 2 0,-20 0 0,-4 0 0,3 1 0,11 1 0,17 3 0,7 2 0,21 3 0,-35-5 0,1 1 0,-47-14 0,-33-11 0,18 7 0,-16-5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8T04:17:55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287 0 8266,'61'7'0,"10"5"5071,11 4-5071,1 3 2807,-12 0-2807,-24-6 1709,-14-2-1709,-22-7 6722,-5-1-6722,7 0 0,7 2 0,-2-1 0,1 0 0,-12-1 0,-2 1 0,-2 2 0,1 2 0,-1-2 0,-2-3 0,-2 0 0,-5 3 0,-1 1 0,-8 3 0,-11 2 0,-28 5 0,-17 5 0,-15 6 0,8-1 0,21-3 0,7 1 0,15-6 0,-15 4 0,-6 2 0,-2 0 0,3 4 0,12-1 0,15-7 0,4 0 0,8-7 0,4-2 0,2-4 0,6-4 0,2-5 0,1 0 0,1-3 0,0 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9T13:05:31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8618,'44'0'0,"8"0"5102,3-2-5102,28-2 0,-18 3 0,6 0 0,9-1 0,7 1 593,-6 1 0,6 0 0,1 1-593,3 1 0,2 0 0,1 1 0,-15 0 0,1 0 0,1 1 0,0 0 0,1 0 0,2 2 0,-2-1 0,-3 0 0,10 2 0,-2-1 0,-2 1 552,2-1 0,-1 1 1,-7-2-553,4 0 0,-6-1 2995,-7 0 1,-2 0-2996,-10-2 0,-4-1 0,20 1 0,-3-2 1210,-36 0-1210,-8 2 218,-12-1-218,-1 1 0,4 3 0,15 5 0,22 18 0,7 6 0,-3 9 0,-11 3 0,-3 8 0,-3 2 0,6 4 0,-1-15 0,11-11 0,-12-18 0,7-4 0,7-1 0,3-2 0,1 0 0,0-1 0,-3-3 0,-6 0 0,11 4 0,-17 0 0,-10 2 0,9 4 0,8 1 0,37 6 0,-31-7 0,3-1 0,-39-4 0,-7-2 0,9 4 0,19 7 0,20 4 0,-6-2 0,4 1 0,-23-7 0,13 3 0,18 3 0,-1-3 0,2 2 0,-22-7 0,-9 0 0,0 3 0,5 0 0,4 4 0,-2-5 0,13 0 0,3-2 0,18 2 0,3 2 0,-13-1 0,12-2 0,1-1 0,-27-5 0,2 1 0,-8-2 0,-1 0 0,5 2 0,-3 1 0,26 2 0,-29-3 0,-1-1 0,13 2 0,-2-2 0,13-4 0,20 0 0,-11-2 0,-21-1 0,0 0 0,28 2 0,12 0 0,-15-1 0,-31-1 0,-9-2 0,17 1 0,1 0 0,-5 0 0,-8 0 0,-14 0 0,2-2 0,-18 2 0,2-2 0,-12 2 0,8 1 0,9 3 0,17 0 0,-11 1 0,0 6 0,-15 1 0,-8 0 0,-2 1 0,-11-10 0,-1 1 0,1-1 0,-1 0 0,-1 1 0,-1-1 0,-4 2 0,0 1 0,-2 5 0,4-3 0,2-1 0,1-4 0,0-1 0,0 2 0,0-1 0,2 0 0,-2-1 0,2-2 0,-3 4 0,1 0 0,0 2 0,-1 0 0,1-2 0,-1 0 0,2-3 0,0 0 0,0 0 0,-1 0 0,0 0 0,-2 2 0,-1 0 0,0 0 0,2-1 0,2-2 0,1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9T13:05:36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851 2517 9486,'-34'-12'0,"7"2"5117,16 7-5117,5 2 2617,3-2-2617,-7-6 1545,-9-14-1545,-12-15 5810,-10-27-5810,13 19 0,0-5 0,1-10 0,1-7 0,-7-24 0,3-3 0,5 4 0,3 1 0,3-2 0,1 4 0,5 16 0,1 5 0,5 15 0,0 4 0,-1-26 0,4 8 0,3 13 0,3 0 0,1-8 0,1 17 0,1-1 0,-1 18 0,-2 7 0,-1 4 0,0 3 0,-3-2 0,2 0 0,-3-4 0,0 0 0,-3-6 0,-3-6 0,-2-7 0,1 4 0,2 5 0,6 16 0,0 3 0,2-3 0,0-11 0,-2-6 0,0-5 0,-2 9 0,1 5 0,0 2 0,0 0 0,0-2 0,-2 2 0,2 6 0,0 3 0,1 5 0,1 0 0,0 0 0,0 0 0,0 1 0,-1 1 0,-1 0 0,-4-2 0,0 0 0,-4-3 0,3 2 0,-3-2 0,4-2 0,0-1 0,0-6 0,0 1 0,-3-6 0,-2-1 0,-4-2 0,-2-2 0,-2-2 0,-4-2 0,-3 2 0,-1-1 0,10 12 0,3 5 0,10 10 0,-2 1 0,1 1 0,2 0 0,2 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9T13:05:36.9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0 24575,'-2'12'0,"-6"11"0,2-4 0,-7 18 0,5-9 0,-1 12 0,2 1 0,0 4 0,3-12 0,0-5 0,3-18 0,1-5 0,3-28 0,10-7-1696,-6-1 0,6 7 0,-13 23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9T13:05:37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24575,'10'-2'0,"0"2"0,17 4 0,13 6 0,9 4 0,8 2 0,-2-1 0,3 1 0,19 6 0,-1-2 0,14 4 0,-32-11 0,-47-10 0,-13-3 0,1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21050-7968-C61E-522D-D01C789618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14821E-60B0-3C45-C237-F229E377F2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1CF7E-6C05-427F-8D1E-CD039AE38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B18C-452C-9D41-9300-878A338859EC}" type="datetimeFigureOut">
              <a:rPr lang="en-KR" smtClean="0"/>
              <a:t>1/18/25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D72B1-A4FD-8AA1-E800-C6A0F978F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51F6B-4397-BE0E-A8C6-9265DC651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7C7D0-C795-1E43-B839-5C3BE22AF8F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50117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9F11E-BF32-6DEC-F220-78D4A3602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CC1BE-2EA4-ACD4-7E23-26E10FBAB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EF100-1819-427F-AD1C-BACAA4345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B18C-452C-9D41-9300-878A338859EC}" type="datetimeFigureOut">
              <a:rPr lang="en-KR" smtClean="0"/>
              <a:t>1/18/25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6395E-81B0-9B67-B9B9-631D69E16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A3261-C183-FFEC-6584-D3D89AECA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7C7D0-C795-1E43-B839-5C3BE22AF8F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0289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C3DAE-7085-C5C2-28C3-2D63189EC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6BB70-C4F7-1229-F1B9-9D68F01EF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8FA43-F1C6-2DF3-E017-3E86E298F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B18C-452C-9D41-9300-878A338859EC}" type="datetimeFigureOut">
              <a:rPr lang="en-KR" smtClean="0"/>
              <a:t>1/18/25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E4936-826A-C92B-5158-54011E05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5A595-AACE-4649-F48C-CD9C5BA21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7C7D0-C795-1E43-B839-5C3BE22AF8F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4499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1E50A-FB96-398E-D035-1BA101251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F369C-4540-B26C-E519-FC992C9CAC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B3BE6-EBFD-171C-02E5-5F564878C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A5ABAA-BFD1-6627-25CB-0F576C141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B18C-452C-9D41-9300-878A338859EC}" type="datetimeFigureOut">
              <a:rPr lang="en-KR" smtClean="0"/>
              <a:t>1/18/25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C7F5A-0E31-55A0-1B3B-A098E9ED9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60C72-AE9C-214F-D659-7C662CF0F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7C7D0-C795-1E43-B839-5C3BE22AF8F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433447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9075E-46DE-109B-BE3B-107EC36C3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F4126-73D0-1BFC-EF80-EAE8F042B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C04E55-0EFD-420E-E522-796164D22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92E146-B0AA-5146-5ECE-58D6CF8EC0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DA6283-DD37-C436-E85D-C57518D5DE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3DCAE6-C874-FAB6-7C06-1B48850AC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B18C-452C-9D41-9300-878A338859EC}" type="datetimeFigureOut">
              <a:rPr lang="en-KR" smtClean="0"/>
              <a:t>1/18/25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FDB592-E96E-DD3B-6481-CC5D723FF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FF91C-52DC-7068-B857-0D87BC5E9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7C7D0-C795-1E43-B839-5C3BE22AF8F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081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A8CD4-D5C9-35E1-0080-D95893E6E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B11908-7E94-8AD0-99EF-82F95A63A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B18C-452C-9D41-9300-878A338859EC}" type="datetimeFigureOut">
              <a:rPr lang="en-KR" smtClean="0"/>
              <a:t>1/18/25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8ABF4C-57D7-9ED9-09F5-E7781F49E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8B7494-079F-B220-7835-498B62555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7C7D0-C795-1E43-B839-5C3BE22AF8F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51483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F735B3-4A9E-CC9E-B4DE-508E42D5F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B18C-452C-9D41-9300-878A338859EC}" type="datetimeFigureOut">
              <a:rPr lang="en-KR" smtClean="0"/>
              <a:t>1/18/25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C35BA4-5D44-B3B3-7F7D-239D43361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6EB01-B5A1-C398-84A8-819CA6704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7C7D0-C795-1E43-B839-5C3BE22AF8F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30849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3D839-830A-7337-93FE-DCAA33A0F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D8DAB-8FB4-BB12-E6E0-10E1CC3FB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2A76BC-5967-378E-E5E2-0185326B0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9C1C0-C802-23F1-3504-8F9FF5A82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B18C-452C-9D41-9300-878A338859EC}" type="datetimeFigureOut">
              <a:rPr lang="en-KR" smtClean="0"/>
              <a:t>1/18/25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53FBAA-1A85-5A99-BD04-761225939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CE1F8-3C21-DE47-3D78-0B57527DC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7C7D0-C795-1E43-B839-5C3BE22AF8F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096769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A751C-60F5-96C6-A243-2D8841089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12584B-EED3-FF99-67F2-D65F3481BE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45BA92-DF8D-F8AE-C706-FB4D59913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8129DB-5CF0-3A31-59CF-6DB658FA7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B18C-452C-9D41-9300-878A338859EC}" type="datetimeFigureOut">
              <a:rPr lang="en-KR" smtClean="0"/>
              <a:t>1/18/25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D7B2C8-EADE-1727-F2CA-75B7FDCE5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1A442-4EDB-C370-0DD4-FFF8725A8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7C7D0-C795-1E43-B839-5C3BE22AF8F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77176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E2A2A-14C0-2BA1-3248-21D080E57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AFFD8-7776-74B4-E627-4169419356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C307C-CB8B-156E-43DF-D6310DA6F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B18C-452C-9D41-9300-878A338859EC}" type="datetimeFigureOut">
              <a:rPr lang="en-KR" smtClean="0"/>
              <a:t>1/18/25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FBBCB-02C6-78C7-08BD-F5988981B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D7CBE-E049-4D9F-4F83-FBCFD8430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7C7D0-C795-1E43-B839-5C3BE22AF8F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445661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4F814E-05F9-19A5-7717-229579A028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4695F8-0EBD-58C4-CD1C-7755E731D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3713A-82ED-413D-360F-7095D590B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B18C-452C-9D41-9300-878A338859EC}" type="datetimeFigureOut">
              <a:rPr lang="en-KR" smtClean="0"/>
              <a:t>1/18/25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98323-B656-AF53-150B-FE143B98C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E8864-9764-9006-5D6F-76DC99F2F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7C7D0-C795-1E43-B839-5C3BE22AF8F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65334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A50ABB-F94E-4E23-DAD3-9D0E83456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E2BC3B-C5EE-DBD2-D05A-6865C89A0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E8611-60E9-16D7-7396-128E7C8E9A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DEB18C-452C-9D41-9300-878A338859EC}" type="datetimeFigureOut">
              <a:rPr lang="en-KR" smtClean="0"/>
              <a:t>1/18/25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8666C-260A-284B-52B3-61A302EE56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A8F3A-5AEB-DC2E-71ED-D235F2247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7C7D0-C795-1E43-B839-5C3BE22AF8F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22452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.png"/><Relationship Id="rId18" Type="http://schemas.openxmlformats.org/officeDocument/2006/relationships/customXml" Target="../ink/ink4.xml"/><Relationship Id="rId26" Type="http://schemas.openxmlformats.org/officeDocument/2006/relationships/customXml" Target="../ink/ink8.xml"/><Relationship Id="rId39" Type="http://schemas.openxmlformats.org/officeDocument/2006/relationships/image" Target="../media/image41.png"/><Relationship Id="rId21" Type="http://schemas.openxmlformats.org/officeDocument/2006/relationships/image" Target="../media/image32.png"/><Relationship Id="rId34" Type="http://schemas.openxmlformats.org/officeDocument/2006/relationships/customXml" Target="../ink/ink12.xml"/><Relationship Id="rId42" Type="http://schemas.openxmlformats.org/officeDocument/2006/relationships/customXml" Target="../ink/ink16.xml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6" Type="http://schemas.openxmlformats.org/officeDocument/2006/relationships/customXml" Target="../ink/ink3.xml"/><Relationship Id="rId20" Type="http://schemas.openxmlformats.org/officeDocument/2006/relationships/customXml" Target="../ink/ink5.xml"/><Relationship Id="rId29" Type="http://schemas.openxmlformats.org/officeDocument/2006/relationships/image" Target="../media/image36.png"/><Relationship Id="rId41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24" Type="http://schemas.openxmlformats.org/officeDocument/2006/relationships/customXml" Target="../ink/ink7.xml"/><Relationship Id="rId32" Type="http://schemas.openxmlformats.org/officeDocument/2006/relationships/customXml" Target="../ink/ink11.xml"/><Relationship Id="rId37" Type="http://schemas.openxmlformats.org/officeDocument/2006/relationships/image" Target="../media/image40.png"/><Relationship Id="rId40" Type="http://schemas.openxmlformats.org/officeDocument/2006/relationships/customXml" Target="../ink/ink15.xml"/><Relationship Id="rId5" Type="http://schemas.openxmlformats.org/officeDocument/2006/relationships/image" Target="../media/image21.png"/><Relationship Id="rId15" Type="http://schemas.openxmlformats.org/officeDocument/2006/relationships/image" Target="../media/image29.png"/><Relationship Id="rId23" Type="http://schemas.openxmlformats.org/officeDocument/2006/relationships/image" Target="../media/image33.png"/><Relationship Id="rId28" Type="http://schemas.openxmlformats.org/officeDocument/2006/relationships/customXml" Target="../ink/ink9.xml"/><Relationship Id="rId36" Type="http://schemas.openxmlformats.org/officeDocument/2006/relationships/customXml" Target="../ink/ink13.xml"/><Relationship Id="rId10" Type="http://schemas.openxmlformats.org/officeDocument/2006/relationships/image" Target="../media/image26.png"/><Relationship Id="rId19" Type="http://schemas.openxmlformats.org/officeDocument/2006/relationships/image" Target="../media/image31.png"/><Relationship Id="rId31" Type="http://schemas.openxmlformats.org/officeDocument/2006/relationships/image" Target="../media/image37.png"/><Relationship Id="rId44" Type="http://schemas.openxmlformats.org/officeDocument/2006/relationships/image" Target="../media/image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customXml" Target="../ink/ink2.xml"/><Relationship Id="rId22" Type="http://schemas.openxmlformats.org/officeDocument/2006/relationships/customXml" Target="../ink/ink6.xml"/><Relationship Id="rId27" Type="http://schemas.openxmlformats.org/officeDocument/2006/relationships/image" Target="../media/image35.png"/><Relationship Id="rId30" Type="http://schemas.openxmlformats.org/officeDocument/2006/relationships/customXml" Target="../ink/ink10.xml"/><Relationship Id="rId35" Type="http://schemas.openxmlformats.org/officeDocument/2006/relationships/image" Target="../media/image39.png"/><Relationship Id="rId43" Type="http://schemas.openxmlformats.org/officeDocument/2006/relationships/image" Target="../media/image43.png"/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12" Type="http://schemas.openxmlformats.org/officeDocument/2006/relationships/customXml" Target="../ink/ink1.xml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33" Type="http://schemas.openxmlformats.org/officeDocument/2006/relationships/image" Target="../media/image38.png"/><Relationship Id="rId38" Type="http://schemas.openxmlformats.org/officeDocument/2006/relationships/customXml" Target="../ink/ink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B6FC87-170D-CB96-7792-1AF928BC2AC8}"/>
              </a:ext>
            </a:extLst>
          </p:cNvPr>
          <p:cNvSpPr txBox="1"/>
          <p:nvPr/>
        </p:nvSpPr>
        <p:spPr>
          <a:xfrm>
            <a:off x="424543" y="402771"/>
            <a:ext cx="470846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500" b="1" dirty="0"/>
              <a:t>16 channel relay shield module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ABC430-970C-B6F4-25B8-D699AF7034B9}"/>
              </a:ext>
            </a:extLst>
          </p:cNvPr>
          <p:cNvSpPr txBox="1"/>
          <p:nvPr/>
        </p:nvSpPr>
        <p:spPr>
          <a:xfrm>
            <a:off x="794658" y="1023257"/>
            <a:ext cx="522630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KR" sz="2000" dirty="0"/>
              <a:t>DC : 5V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KR" sz="2000" dirty="0"/>
              <a:t>Opto-coupler controler : </a:t>
            </a:r>
            <a:r>
              <a:rPr lang="en-KR" sz="2000" dirty="0">
                <a:sym typeface="Wingdings" pitchFamily="2" charset="2"/>
              </a:rPr>
              <a:t>LM2596S</a:t>
            </a:r>
            <a:endParaRPr lang="en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KR" sz="2000" dirty="0"/>
              <a:t>Darlington 8channels-array : ULN2803APG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KR" sz="2000" dirty="0"/>
              <a:t>Relay : max AC250V, 10A or DC30V 10A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DBEDA4-7B24-A1A3-C413-681069986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661" y="2603536"/>
            <a:ext cx="4940300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62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FA11D-F381-6BB3-49E9-DB603A3DB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3A1262-E086-8F1E-E72F-FFC23FC26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99" y="167821"/>
            <a:ext cx="6217795" cy="11493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EAC5A03-A4EC-DC89-0073-B2DE4049B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110" y="1682695"/>
            <a:ext cx="4533797" cy="45086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A5BBC9-B80B-AEA2-D3B7-DF82AF3A82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9681" y="1682695"/>
            <a:ext cx="3514827" cy="19801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675CF4-CD27-2074-BB25-8B8599291B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6558" y="4406392"/>
            <a:ext cx="5258276" cy="11493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3539478-7D23-FEAE-4BB2-A5505F208770}"/>
              </a:ext>
            </a:extLst>
          </p:cNvPr>
          <p:cNvSpPr/>
          <p:nvPr/>
        </p:nvSpPr>
        <p:spPr>
          <a:xfrm>
            <a:off x="5305663" y="4920780"/>
            <a:ext cx="5100066" cy="2980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51806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DFE90-00FD-C4B1-9105-5C33746A8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56836D-E2BA-0B75-B48A-F010B40E1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99" y="167821"/>
            <a:ext cx="6217795" cy="11493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5AC30D-FB8B-F0D5-CEA0-FAAFA8C85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636" y="465072"/>
            <a:ext cx="3535515" cy="2143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3984C6-D876-4952-1F6A-0035E25AE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701" y="1771358"/>
            <a:ext cx="5134694" cy="33127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D083DC-1959-D20B-0248-A9B3044DA2A8}"/>
              </a:ext>
            </a:extLst>
          </p:cNvPr>
          <p:cNvSpPr txBox="1"/>
          <p:nvPr/>
        </p:nvSpPr>
        <p:spPr>
          <a:xfrm>
            <a:off x="6096000" y="2768925"/>
            <a:ext cx="42627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FF0000"/>
                </a:solidFill>
              </a:rPr>
              <a:t>2003</a:t>
            </a:r>
            <a:r>
              <a:rPr lang="ko-KR" altLang="en-US" sz="1500" b="1" dirty="0">
                <a:solidFill>
                  <a:srgbClr val="FF0000"/>
                </a:solidFill>
              </a:rPr>
              <a:t>은 </a:t>
            </a:r>
            <a:r>
              <a:rPr lang="en-US" altLang="ko-KR" sz="1500" b="1" dirty="0">
                <a:solidFill>
                  <a:srgbClr val="FF0000"/>
                </a:solidFill>
              </a:rPr>
              <a:t>1</a:t>
            </a:r>
            <a:r>
              <a:rPr lang="ko-KR" altLang="en-US" sz="1500" b="1" dirty="0">
                <a:solidFill>
                  <a:srgbClr val="FF0000"/>
                </a:solidFill>
              </a:rPr>
              <a:t>채널</a:t>
            </a:r>
            <a:r>
              <a:rPr lang="en-US" altLang="ko-KR" sz="1500" b="1" dirty="0">
                <a:solidFill>
                  <a:srgbClr val="FF0000"/>
                </a:solidFill>
              </a:rPr>
              <a:t>,</a:t>
            </a:r>
            <a:r>
              <a:rPr lang="ko-KR" altLang="en-US" sz="1500" b="1" dirty="0">
                <a:solidFill>
                  <a:srgbClr val="FF0000"/>
                </a:solidFill>
              </a:rPr>
              <a:t> </a:t>
            </a:r>
            <a:r>
              <a:rPr lang="en-US" altLang="ko-KR" sz="1500" b="1" dirty="0">
                <a:solidFill>
                  <a:srgbClr val="FF0000"/>
                </a:solidFill>
              </a:rPr>
              <a:t>2803</a:t>
            </a:r>
            <a:r>
              <a:rPr lang="ko-KR" altLang="en-US" sz="1500" b="1" dirty="0">
                <a:solidFill>
                  <a:srgbClr val="FF0000"/>
                </a:solidFill>
              </a:rPr>
              <a:t>은 </a:t>
            </a:r>
            <a:r>
              <a:rPr lang="en-US" altLang="ko-KR" sz="1500" b="1" dirty="0">
                <a:solidFill>
                  <a:srgbClr val="FF0000"/>
                </a:solidFill>
              </a:rPr>
              <a:t>8</a:t>
            </a:r>
            <a:r>
              <a:rPr lang="ko-KR" altLang="en-US" sz="1500" b="1" dirty="0">
                <a:solidFill>
                  <a:srgbClr val="FF0000"/>
                </a:solidFill>
              </a:rPr>
              <a:t>채널</a:t>
            </a:r>
            <a:endParaRPr lang="en-US" altLang="ko-KR" sz="15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b="1" dirty="0">
                <a:solidFill>
                  <a:srgbClr val="FF0000"/>
                </a:solidFill>
              </a:rPr>
              <a:t>2803</a:t>
            </a:r>
            <a:r>
              <a:rPr lang="ko-KR" altLang="en-US" sz="1500" b="1" dirty="0">
                <a:solidFill>
                  <a:srgbClr val="FF0000"/>
                </a:solidFill>
              </a:rPr>
              <a:t>은 </a:t>
            </a:r>
            <a:r>
              <a:rPr lang="en-US" altLang="ko-KR" sz="1500" b="1" dirty="0">
                <a:solidFill>
                  <a:srgbClr val="FF0000"/>
                </a:solidFill>
              </a:rPr>
              <a:t>sink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b="1" dirty="0">
                <a:solidFill>
                  <a:srgbClr val="FF0000"/>
                </a:solidFill>
              </a:rPr>
              <a:t>2981</a:t>
            </a:r>
            <a:r>
              <a:rPr lang="ko-KR" altLang="en-US" sz="1500" b="1" dirty="0">
                <a:solidFill>
                  <a:srgbClr val="FF0000"/>
                </a:solidFill>
              </a:rPr>
              <a:t>은 </a:t>
            </a:r>
            <a:r>
              <a:rPr lang="en-US" altLang="ko-KR" sz="1500" b="1" dirty="0">
                <a:solidFill>
                  <a:srgbClr val="FF0000"/>
                </a:solidFill>
              </a:rPr>
              <a:t>source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b="1" dirty="0">
                <a:solidFill>
                  <a:srgbClr val="FF0000"/>
                </a:solidFill>
              </a:rPr>
              <a:t>낮은 베이스 전류로 높은 출력 전류</a:t>
            </a:r>
            <a:r>
              <a:rPr lang="en-US" altLang="ko-KR" sz="1500" b="1" dirty="0">
                <a:solidFill>
                  <a:srgbClr val="FF0000"/>
                </a:solidFill>
              </a:rPr>
              <a:t>,</a:t>
            </a:r>
            <a:r>
              <a:rPr lang="ko-KR" altLang="en-US" sz="1500" b="1" dirty="0">
                <a:solidFill>
                  <a:srgbClr val="FF0000"/>
                </a:solidFill>
              </a:rPr>
              <a:t> 느린 속도</a:t>
            </a:r>
            <a:endParaRPr lang="en-KR" sz="1500" b="1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23F6A4-6604-7D5A-C41E-3F9AE6C83A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8143" y="3792001"/>
            <a:ext cx="5823857" cy="306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142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AF9F4-119E-B0C4-528F-D39EAFCAE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6434BF-2FFD-6C57-3EF2-1CE061F83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02" y="175768"/>
            <a:ext cx="5738292" cy="8727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F825A9-A510-BAF4-6EB6-1FAD8F160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02" y="1377188"/>
            <a:ext cx="6145669" cy="15001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8C844D-425C-8EA3-3903-CC1885111C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171" y="2974848"/>
            <a:ext cx="4435853" cy="13533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5FA534-9D59-96BA-5A12-BF9FEB2660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5026" y="2877312"/>
            <a:ext cx="5757146" cy="336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545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FC61F-0FB9-2851-24D8-DFB94DC0F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623D91F-43B0-AE28-B3B3-E86642E06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9042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5334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9A939-4441-CFE0-239F-560AD02BC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CF7A7F16-315A-0BA8-32DD-B71D957E5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715762" cy="3511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781ABDC-3E52-9D6B-F916-3ECD0F299F14}"/>
              </a:ext>
            </a:extLst>
          </p:cNvPr>
          <p:cNvSpPr txBox="1"/>
          <p:nvPr/>
        </p:nvSpPr>
        <p:spPr>
          <a:xfrm>
            <a:off x="463296" y="3694176"/>
            <a:ext cx="66639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Control hierarchy : Opto-coupler </a:t>
            </a:r>
            <a:r>
              <a:rPr lang="en-US" altLang="ko-KR" dirty="0">
                <a:sym typeface="Wingdings" pitchFamily="2" charset="2"/>
              </a:rPr>
              <a:t> </a:t>
            </a:r>
            <a:r>
              <a:rPr lang="en-US" altLang="ko-KR" dirty="0"/>
              <a:t>ULN2803 </a:t>
            </a:r>
            <a:r>
              <a:rPr lang="en-US" altLang="ko-KR" dirty="0">
                <a:sym typeface="Wingdings" pitchFamily="2" charset="2"/>
              </a:rPr>
              <a:t> relay modules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LOW to activate the relay.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Opto-coupler inverts the single.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68243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54453-D833-229D-B607-766DB3DD4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B6D9B6-9E0E-AFDF-92FA-5D07AC826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01" y="442976"/>
            <a:ext cx="8833511" cy="500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C7831-F901-4ABB-EF59-A6226F07C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78A1B6D-DA44-4FF3-9A71-92A18774C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72" y="339852"/>
            <a:ext cx="8197868" cy="581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915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E3197-D76D-5B78-C38C-AE192D212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419858-923C-C7D7-C1B8-88160E5F8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68" y="231648"/>
            <a:ext cx="9098399" cy="382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630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2A8AD-1E00-C4EE-6782-B417DC1BE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23EA82-1EC1-F2EB-272F-80F8025EB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940" y="2480179"/>
            <a:ext cx="2494935" cy="1841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9DDE2C2-EBC8-C648-4D0E-82BBC4330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5330" y="4405451"/>
            <a:ext cx="3475807" cy="10123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76120B-2BCB-8830-E617-F3CC7ADDF0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182" y="93261"/>
            <a:ext cx="2715986" cy="22959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A21AE4-89DC-99E7-0EC6-FE603284C31F}"/>
              </a:ext>
            </a:extLst>
          </p:cNvPr>
          <p:cNvSpPr txBox="1"/>
          <p:nvPr/>
        </p:nvSpPr>
        <p:spPr>
          <a:xfrm>
            <a:off x="2417536" y="5094657"/>
            <a:ext cx="113043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500" b="1" dirty="0">
                <a:solidFill>
                  <a:srgbClr val="FF0000"/>
                </a:solidFill>
              </a:rPr>
              <a:t>GPIO input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1DA4B3-9C5E-4C73-4675-EEA95C7AB385}"/>
              </a:ext>
            </a:extLst>
          </p:cNvPr>
          <p:cNvSpPr txBox="1"/>
          <p:nvPr/>
        </p:nvSpPr>
        <p:spPr>
          <a:xfrm>
            <a:off x="142422" y="4687720"/>
            <a:ext cx="353750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500" b="1" dirty="0">
                <a:solidFill>
                  <a:srgbClr val="FF0000"/>
                </a:solidFill>
              </a:rPr>
              <a:t>From USB 5V through the resistor array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0A79E6-7E44-5F81-B830-02207B6A8243}"/>
              </a:ext>
            </a:extLst>
          </p:cNvPr>
          <p:cNvSpPr txBox="1"/>
          <p:nvPr/>
        </p:nvSpPr>
        <p:spPr>
          <a:xfrm>
            <a:off x="5901682" y="3887956"/>
            <a:ext cx="130337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500" b="1" dirty="0">
                <a:solidFill>
                  <a:srgbClr val="FF0000"/>
                </a:solidFill>
              </a:rPr>
              <a:t>From USB 5V</a:t>
            </a:r>
          </a:p>
          <a:p>
            <a:pPr algn="ctr"/>
            <a:r>
              <a:rPr lang="en-US" altLang="ko-KR" sz="1500" b="1" dirty="0">
                <a:solidFill>
                  <a:srgbClr val="FF0000"/>
                </a:solidFill>
              </a:rPr>
              <a:t>(max 50mA)</a:t>
            </a:r>
            <a:endParaRPr lang="en-KR" sz="1500" b="1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08BFA2-E317-0340-E520-38DA77DE88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035" y="2290004"/>
            <a:ext cx="3851199" cy="211544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1A81317-BC57-49DE-EA20-BB290A4A92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4057" y="4849302"/>
            <a:ext cx="2348948" cy="192949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FB2184C-7357-E219-B11D-1A3DA3B5435B}"/>
              </a:ext>
            </a:extLst>
          </p:cNvPr>
          <p:cNvSpPr txBox="1"/>
          <p:nvPr/>
        </p:nvSpPr>
        <p:spPr>
          <a:xfrm>
            <a:off x="2301761" y="2740465"/>
            <a:ext cx="99104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500" b="1" dirty="0">
                <a:solidFill>
                  <a:srgbClr val="FF0000"/>
                </a:solidFill>
              </a:rPr>
              <a:t>1kR array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CC1143-CE4C-0AB8-256E-E3CB589BDE97}"/>
              </a:ext>
            </a:extLst>
          </p:cNvPr>
          <p:cNvSpPr txBox="1"/>
          <p:nvPr/>
        </p:nvSpPr>
        <p:spPr>
          <a:xfrm>
            <a:off x="9958991" y="5126097"/>
            <a:ext cx="99104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500" b="1" dirty="0">
                <a:solidFill>
                  <a:srgbClr val="FF0000"/>
                </a:solidFill>
              </a:rPr>
              <a:t>5kR array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085107E-3452-F24B-79D2-594974D0D9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5976" y="2808316"/>
            <a:ext cx="820975" cy="151336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DE5491FF-A801-8732-633F-A627F880CEF4}"/>
              </a:ext>
            </a:extLst>
          </p:cNvPr>
          <p:cNvSpPr txBox="1"/>
          <p:nvPr/>
        </p:nvSpPr>
        <p:spPr>
          <a:xfrm>
            <a:off x="5490938" y="5403657"/>
            <a:ext cx="131895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VCE max 80V</a:t>
            </a:r>
            <a:endParaRPr lang="en-KR" sz="1500" b="1" dirty="0">
              <a:solidFill>
                <a:srgbClr val="FF0000"/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A1D434FD-EA18-6621-9C0A-233DB83C2B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5479" y="5695718"/>
            <a:ext cx="1265069" cy="116228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291B95A-0D01-FFFE-5B0E-EB05555E1A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6309" y="5691688"/>
            <a:ext cx="1062234" cy="113201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0E47575D-EBA0-6E72-0D97-5CCD08384B69}"/>
              </a:ext>
            </a:extLst>
          </p:cNvPr>
          <p:cNvSpPr txBox="1"/>
          <p:nvPr/>
        </p:nvSpPr>
        <p:spPr>
          <a:xfrm>
            <a:off x="1004731" y="5974758"/>
            <a:ext cx="19983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500" b="1" dirty="0">
                <a:solidFill>
                  <a:srgbClr val="FF0000"/>
                </a:solidFill>
              </a:rPr>
              <a:t>Vf 1.2V : enough 5mA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7667DE9-A988-89C0-8B5C-3429F4014A2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45330" y="1044"/>
            <a:ext cx="3463636" cy="204439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5E29877-2CC3-B0F9-B092-1238A89F788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9612" y="176660"/>
            <a:ext cx="2648059" cy="123111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E39B218-51AB-1907-25C3-FC22627426D2}"/>
                  </a:ext>
                </a:extLst>
              </p14:cNvPr>
              <p14:cNvContentPartPr/>
              <p14:nvPr/>
            </p14:nvContentPartPr>
            <p14:xfrm>
              <a:off x="3941143" y="2897640"/>
              <a:ext cx="274320" cy="17002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E39B218-51AB-1907-25C3-FC22627426D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35023" y="2891520"/>
                <a:ext cx="286560" cy="171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4005998-92B8-D7C7-1E07-A669AF9C61D0}"/>
                  </a:ext>
                </a:extLst>
              </p14:cNvPr>
              <p14:cNvContentPartPr/>
              <p14:nvPr/>
            </p14:nvContentPartPr>
            <p14:xfrm>
              <a:off x="3965983" y="4489920"/>
              <a:ext cx="167400" cy="1288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4005998-92B8-D7C7-1E07-A669AF9C61D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959863" y="4483800"/>
                <a:ext cx="17964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F6D14D0-AAC1-2B72-8FAD-65D5502BFDCD}"/>
                  </a:ext>
                </a:extLst>
              </p14:cNvPr>
              <p14:cNvContentPartPr/>
              <p14:nvPr/>
            </p14:nvContentPartPr>
            <p14:xfrm>
              <a:off x="150343" y="725040"/>
              <a:ext cx="2666160" cy="52282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F6D14D0-AAC1-2B72-8FAD-65D5502BFDC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44223" y="718920"/>
                <a:ext cx="2678400" cy="524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D902C05-CFC7-3640-2E33-AF426948D554}"/>
                  </a:ext>
                </a:extLst>
              </p14:cNvPr>
              <p14:cNvContentPartPr/>
              <p14:nvPr/>
            </p14:nvContentPartPr>
            <p14:xfrm>
              <a:off x="2610943" y="5443920"/>
              <a:ext cx="213480" cy="399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D902C05-CFC7-3640-2E33-AF426948D55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604823" y="5437800"/>
                <a:ext cx="22572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E447D9B-489B-C1A5-15B2-BEA5A49EE019}"/>
                  </a:ext>
                </a:extLst>
              </p14:cNvPr>
              <p14:cNvContentPartPr/>
              <p14:nvPr/>
            </p14:nvContentPartPr>
            <p14:xfrm>
              <a:off x="2817943" y="5466960"/>
              <a:ext cx="123120" cy="1965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E447D9B-489B-C1A5-15B2-BEA5A49EE01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811823" y="5460840"/>
                <a:ext cx="13536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039C010E-3C9B-BF49-2F67-3BAE6234FAC8}"/>
                  </a:ext>
                </a:extLst>
              </p14:cNvPr>
              <p14:cNvContentPartPr/>
              <p14:nvPr/>
            </p14:nvContentPartPr>
            <p14:xfrm>
              <a:off x="3664663" y="2046960"/>
              <a:ext cx="82080" cy="1857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039C010E-3C9B-BF49-2F67-3BAE6234FAC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658543" y="2040840"/>
                <a:ext cx="9432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7ED0DE27-2E40-CD6B-3594-568363B5AE12}"/>
                  </a:ext>
                </a:extLst>
              </p14:cNvPr>
              <p14:cNvContentPartPr/>
              <p14:nvPr/>
            </p14:nvContentPartPr>
            <p14:xfrm>
              <a:off x="3742783" y="2093400"/>
              <a:ext cx="147960" cy="219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7ED0DE27-2E40-CD6B-3594-568363B5AE1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736663" y="2087280"/>
                <a:ext cx="16020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0F200807-6A04-4773-915A-484B6398AFCC}"/>
                  </a:ext>
                </a:extLst>
              </p14:cNvPr>
              <p14:cNvContentPartPr/>
              <p14:nvPr/>
            </p14:nvContentPartPr>
            <p14:xfrm>
              <a:off x="3747823" y="1963800"/>
              <a:ext cx="5422680" cy="42480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0F200807-6A04-4773-915A-484B6398AFC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741703" y="1957680"/>
                <a:ext cx="5434920" cy="43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8A550765-E701-4B58-488B-60DD203A4899}"/>
              </a:ext>
            </a:extLst>
          </p:cNvPr>
          <p:cNvGrpSpPr/>
          <p:nvPr/>
        </p:nvGrpSpPr>
        <p:grpSpPr>
          <a:xfrm>
            <a:off x="7095463" y="1968120"/>
            <a:ext cx="4840560" cy="3746520"/>
            <a:chOff x="7095463" y="1968120"/>
            <a:chExt cx="4840560" cy="374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9A3AFBA-047C-B625-5E15-78CA84ED00B9}"/>
                    </a:ext>
                  </a:extLst>
                </p14:cNvPr>
                <p14:cNvContentPartPr/>
                <p14:nvPr/>
              </p14:nvContentPartPr>
              <p14:xfrm>
                <a:off x="7095463" y="2640240"/>
                <a:ext cx="1528200" cy="26539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9A3AFBA-047C-B625-5E15-78CA84ED00B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089343" y="2634120"/>
                  <a:ext cx="1540440" cy="266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31D4DA9-7F42-939A-442E-ED6F8C8BA06F}"/>
                    </a:ext>
                  </a:extLst>
                </p14:cNvPr>
                <p14:cNvContentPartPr/>
                <p14:nvPr/>
              </p14:nvContentPartPr>
              <p14:xfrm>
                <a:off x="7928863" y="2642760"/>
                <a:ext cx="147600" cy="132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31D4DA9-7F42-939A-442E-ED6F8C8BA06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922743" y="2636640"/>
                  <a:ext cx="1598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44C7794-6913-9B64-6389-2274AF0BE078}"/>
                    </a:ext>
                  </a:extLst>
                </p14:cNvPr>
                <p14:cNvContentPartPr/>
                <p14:nvPr/>
              </p14:nvContentPartPr>
              <p14:xfrm>
                <a:off x="8029303" y="5287680"/>
                <a:ext cx="1079640" cy="303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44C7794-6913-9B64-6389-2274AF0BE07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023183" y="5281560"/>
                  <a:ext cx="10918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2E07A7C-F593-5A76-20CC-64311D4CC05D}"/>
                    </a:ext>
                  </a:extLst>
                </p14:cNvPr>
                <p14:cNvContentPartPr/>
                <p14:nvPr/>
              </p14:nvContentPartPr>
              <p14:xfrm>
                <a:off x="8873863" y="5512680"/>
                <a:ext cx="304560" cy="201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2E07A7C-F593-5A76-20CC-64311D4CC05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867743" y="5506560"/>
                  <a:ext cx="3168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FEB0743-3A5E-5B32-338D-B510A31D5EBF}"/>
                    </a:ext>
                  </a:extLst>
                </p14:cNvPr>
                <p14:cNvContentPartPr/>
                <p14:nvPr/>
              </p14:nvContentPartPr>
              <p14:xfrm>
                <a:off x="9119743" y="1968120"/>
                <a:ext cx="2816280" cy="506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FEB0743-3A5E-5B32-338D-B510A31D5E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113623" y="1962000"/>
                  <a:ext cx="2828520" cy="51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80CC4D7-A772-A4FB-B10A-350171D89C42}"/>
              </a:ext>
            </a:extLst>
          </p:cNvPr>
          <p:cNvGrpSpPr/>
          <p:nvPr/>
        </p:nvGrpSpPr>
        <p:grpSpPr>
          <a:xfrm>
            <a:off x="7641583" y="1263240"/>
            <a:ext cx="334440" cy="906480"/>
            <a:chOff x="7641583" y="1263240"/>
            <a:chExt cx="334440" cy="90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2374B98-1D0E-CC5C-B9A9-311D5BB362BC}"/>
                    </a:ext>
                  </a:extLst>
                </p14:cNvPr>
                <p14:cNvContentPartPr/>
                <p14:nvPr/>
              </p14:nvContentPartPr>
              <p14:xfrm>
                <a:off x="7669303" y="1263240"/>
                <a:ext cx="306720" cy="9064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2374B98-1D0E-CC5C-B9A9-311D5BB362B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663183" y="1257120"/>
                  <a:ext cx="318960" cy="9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538BB81-EE62-3693-413A-E7551C33DED2}"/>
                    </a:ext>
                  </a:extLst>
                </p14:cNvPr>
                <p14:cNvContentPartPr/>
                <p14:nvPr/>
              </p14:nvContentPartPr>
              <p14:xfrm>
                <a:off x="7641583" y="1272240"/>
                <a:ext cx="25200" cy="1159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538BB81-EE62-3693-413A-E7551C33DED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635463" y="1266120"/>
                  <a:ext cx="374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156F886-5E41-69CB-178D-61D9A05F4594}"/>
                    </a:ext>
                  </a:extLst>
                </p14:cNvPr>
                <p14:cNvContentPartPr/>
                <p14:nvPr/>
              </p14:nvContentPartPr>
              <p14:xfrm>
                <a:off x="7683343" y="1293120"/>
                <a:ext cx="222840" cy="568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156F886-5E41-69CB-178D-61D9A05F459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677223" y="1287000"/>
                  <a:ext cx="235080" cy="691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E4540336-5C20-00FF-907C-7B3C84E62DA4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697985" y="3307"/>
            <a:ext cx="2508598" cy="1520961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076C999D-4AC7-61DB-FD8F-E60C166F5B47}"/>
              </a:ext>
            </a:extLst>
          </p:cNvPr>
          <p:cNvSpPr txBox="1"/>
          <p:nvPr/>
        </p:nvSpPr>
        <p:spPr>
          <a:xfrm>
            <a:off x="4082745" y="1084610"/>
            <a:ext cx="68961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500" b="1" dirty="0">
                <a:solidFill>
                  <a:srgbClr val="FF0000"/>
                </a:solidFill>
              </a:rPr>
              <a:t>2.4KR</a:t>
            </a:r>
          </a:p>
        </p:txBody>
      </p:sp>
    </p:spTree>
    <p:extLst>
      <p:ext uri="{BB962C8B-B14F-4D97-AF65-F5344CB8AC3E}">
        <p14:creationId xmlns:p14="http://schemas.microsoft.com/office/powerpoint/2010/main" val="1197170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71A46-D9D3-EB03-1EDC-136FE6DC7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1CD92C-107F-2A50-BB9F-96700F1DF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32" y="161544"/>
            <a:ext cx="4932172" cy="36026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034ACE-8646-AEAB-249B-6B2881B2CF62}"/>
              </a:ext>
            </a:extLst>
          </p:cNvPr>
          <p:cNvSpPr txBox="1"/>
          <p:nvPr/>
        </p:nvSpPr>
        <p:spPr>
          <a:xfrm>
            <a:off x="5767570" y="644884"/>
            <a:ext cx="6041782" cy="1708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TTL GPIO  = High</a:t>
            </a:r>
          </a:p>
          <a:p>
            <a:r>
              <a:rPr lang="en-US" sz="1500" b="1" dirty="0">
                <a:solidFill>
                  <a:srgbClr val="FF0000"/>
                </a:solidFill>
                <a:sym typeface="Wingdings" pitchFamily="2" charset="2"/>
              </a:rPr>
              <a:t> Opto-coupler LED ON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n-US" sz="1500" b="1" dirty="0">
                <a:solidFill>
                  <a:srgbClr val="FF0000"/>
                </a:solidFill>
                <a:sym typeface="Wingdings" pitchFamily="2" charset="2"/>
              </a:rPr>
              <a:t>5V flows to output side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n-US" sz="1500" b="1" dirty="0">
                <a:solidFill>
                  <a:srgbClr val="FF0000"/>
                </a:solidFill>
                <a:sym typeface="Wingdings" pitchFamily="2" charset="2"/>
              </a:rPr>
              <a:t>Turn on the </a:t>
            </a:r>
            <a:r>
              <a:rPr lang="en-US" sz="1500" b="1" dirty="0" err="1">
                <a:solidFill>
                  <a:srgbClr val="FF0000"/>
                </a:solidFill>
                <a:sym typeface="Wingdings" pitchFamily="2" charset="2"/>
              </a:rPr>
              <a:t>darlington</a:t>
            </a:r>
            <a:r>
              <a:rPr lang="en-US" sz="1500" b="1" dirty="0">
                <a:solidFill>
                  <a:srgbClr val="FF0000"/>
                </a:solidFill>
                <a:sym typeface="Wingdings" pitchFamily="2" charset="2"/>
              </a:rPr>
              <a:t> circuit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n-US" sz="1500" b="1" dirty="0">
                <a:solidFill>
                  <a:srgbClr val="FF0000"/>
                </a:solidFill>
                <a:sym typeface="Wingdings" pitchFamily="2" charset="2"/>
              </a:rPr>
              <a:t>Output side is connected to GND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n-US" sz="1500" b="1" dirty="0">
                <a:solidFill>
                  <a:srgbClr val="FF0000"/>
                </a:solidFill>
                <a:sym typeface="Wingdings" pitchFamily="2" charset="2"/>
              </a:rPr>
              <a:t>Turn the LED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n-US" sz="1500" b="1" dirty="0">
                <a:solidFill>
                  <a:srgbClr val="FF0000"/>
                </a:solidFill>
                <a:sym typeface="Wingdings" pitchFamily="2" charset="2"/>
              </a:rPr>
              <a:t>Relay GND pin is connected to Emitter GND on </a:t>
            </a:r>
            <a:r>
              <a:rPr lang="en-US" sz="1500" b="1" dirty="0" err="1">
                <a:solidFill>
                  <a:srgbClr val="FF0000"/>
                </a:solidFill>
                <a:sym typeface="Wingdings" pitchFamily="2" charset="2"/>
              </a:rPr>
              <a:t>darlington</a:t>
            </a:r>
            <a:r>
              <a:rPr lang="en-US" sz="1500" b="1" dirty="0">
                <a:solidFill>
                  <a:srgbClr val="FF0000"/>
                </a:solidFill>
                <a:sym typeface="Wingdings" pitchFamily="2" charset="2"/>
              </a:rPr>
              <a:t> circuit</a:t>
            </a:r>
            <a:endParaRPr lang="en-KR" sz="15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539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BFEAF-6444-C4A9-7698-03E8EFE9F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8A5A99-A6DD-9D20-881E-2B6553066E50}"/>
              </a:ext>
            </a:extLst>
          </p:cNvPr>
          <p:cNvSpPr txBox="1"/>
          <p:nvPr/>
        </p:nvSpPr>
        <p:spPr>
          <a:xfrm>
            <a:off x="67456" y="115824"/>
            <a:ext cx="168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/>
              <a:t>BOTTOM 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08EBA6-9FC9-FCCD-6D72-CDE442564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457274" y="-1662082"/>
            <a:ext cx="5371611" cy="101512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3DC57B-51A9-05F8-EA2D-1199E3B4C525}"/>
              </a:ext>
            </a:extLst>
          </p:cNvPr>
          <p:cNvSpPr txBox="1"/>
          <p:nvPr/>
        </p:nvSpPr>
        <p:spPr>
          <a:xfrm>
            <a:off x="9458785" y="3508699"/>
            <a:ext cx="5661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000" b="1" dirty="0">
                <a:solidFill>
                  <a:srgbClr val="FFFF00"/>
                </a:solidFill>
              </a:rPr>
              <a:t>CH1</a:t>
            </a:r>
          </a:p>
          <a:p>
            <a:r>
              <a:rPr lang="en-KR" sz="1000" b="1" dirty="0">
                <a:solidFill>
                  <a:srgbClr val="FFFF00"/>
                </a:solidFill>
              </a:rPr>
              <a:t>LED_C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FA131A-75A1-28FA-C280-6BA4AFF0B6D6}"/>
              </a:ext>
            </a:extLst>
          </p:cNvPr>
          <p:cNvSpPr txBox="1"/>
          <p:nvPr/>
        </p:nvSpPr>
        <p:spPr>
          <a:xfrm>
            <a:off x="2916728" y="3733230"/>
            <a:ext cx="437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000" b="1" dirty="0">
                <a:solidFill>
                  <a:srgbClr val="FFFF00"/>
                </a:solidFill>
              </a:rPr>
              <a:t>CH8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D3C93AB-267A-D2FF-E312-CAD169F7A406}"/>
              </a:ext>
            </a:extLst>
          </p:cNvPr>
          <p:cNvSpPr/>
          <p:nvPr/>
        </p:nvSpPr>
        <p:spPr>
          <a:xfrm>
            <a:off x="9576079" y="3908809"/>
            <a:ext cx="331595" cy="331595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A557E92-DBC4-8BA3-273E-A405B9EAD7D3}"/>
              </a:ext>
            </a:extLst>
          </p:cNvPr>
          <p:cNvSpPr/>
          <p:nvPr/>
        </p:nvSpPr>
        <p:spPr>
          <a:xfrm>
            <a:off x="8591340" y="3933285"/>
            <a:ext cx="331595" cy="331595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ADA4809-84B1-E9F2-9226-04CF4CCBD064}"/>
              </a:ext>
            </a:extLst>
          </p:cNvPr>
          <p:cNvSpPr/>
          <p:nvPr/>
        </p:nvSpPr>
        <p:spPr>
          <a:xfrm>
            <a:off x="7686989" y="3949307"/>
            <a:ext cx="331595" cy="331595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864FEC1-3DF6-5955-90B0-C3C02E326CE5}"/>
              </a:ext>
            </a:extLst>
          </p:cNvPr>
          <p:cNvSpPr/>
          <p:nvPr/>
        </p:nvSpPr>
        <p:spPr>
          <a:xfrm>
            <a:off x="6772589" y="3979451"/>
            <a:ext cx="331595" cy="331595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FBE5C18-F74D-2FAF-5A6F-34A164D10775}"/>
              </a:ext>
            </a:extLst>
          </p:cNvPr>
          <p:cNvSpPr/>
          <p:nvPr/>
        </p:nvSpPr>
        <p:spPr>
          <a:xfrm>
            <a:off x="5872347" y="3979451"/>
            <a:ext cx="331595" cy="331595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45C20F2-A073-0B0B-C7CC-FACDEB7215F2}"/>
              </a:ext>
            </a:extLst>
          </p:cNvPr>
          <p:cNvSpPr/>
          <p:nvPr/>
        </p:nvSpPr>
        <p:spPr>
          <a:xfrm>
            <a:off x="4938024" y="4019947"/>
            <a:ext cx="331595" cy="331595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C75EF5D-8ADA-FCC7-DA48-2AFCB043CE9C}"/>
              </a:ext>
            </a:extLst>
          </p:cNvPr>
          <p:cNvSpPr/>
          <p:nvPr/>
        </p:nvSpPr>
        <p:spPr>
          <a:xfrm>
            <a:off x="4008552" y="4034717"/>
            <a:ext cx="331595" cy="331595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B3322D7-9A75-39C8-5097-01E6542DAA91}"/>
              </a:ext>
            </a:extLst>
          </p:cNvPr>
          <p:cNvSpPr/>
          <p:nvPr/>
        </p:nvSpPr>
        <p:spPr>
          <a:xfrm>
            <a:off x="3075735" y="4056490"/>
            <a:ext cx="331595" cy="331595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9A9A51-A951-D9B8-1446-7B731AF46DCA}"/>
              </a:ext>
            </a:extLst>
          </p:cNvPr>
          <p:cNvSpPr txBox="1"/>
          <p:nvPr/>
        </p:nvSpPr>
        <p:spPr>
          <a:xfrm>
            <a:off x="2394214" y="2748492"/>
            <a:ext cx="437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000" b="1" dirty="0">
                <a:solidFill>
                  <a:srgbClr val="FFFF00"/>
                </a:solidFill>
              </a:rPr>
              <a:t>CH9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6EF6459-1B80-E3D2-1870-F95848D00DDE}"/>
              </a:ext>
            </a:extLst>
          </p:cNvPr>
          <p:cNvSpPr/>
          <p:nvPr/>
        </p:nvSpPr>
        <p:spPr>
          <a:xfrm>
            <a:off x="2364070" y="2382033"/>
            <a:ext cx="331595" cy="331595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74D855-9ECD-94DA-CD0E-9D47497FBD9B}"/>
              </a:ext>
            </a:extLst>
          </p:cNvPr>
          <p:cNvSpPr/>
          <p:nvPr/>
        </p:nvSpPr>
        <p:spPr>
          <a:xfrm>
            <a:off x="3305039" y="2374857"/>
            <a:ext cx="331595" cy="331595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1E46C2B-D714-5BB0-839E-81FFEF248D9E}"/>
              </a:ext>
            </a:extLst>
          </p:cNvPr>
          <p:cNvSpPr/>
          <p:nvPr/>
        </p:nvSpPr>
        <p:spPr>
          <a:xfrm>
            <a:off x="4226899" y="2362743"/>
            <a:ext cx="331595" cy="331595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135AEF9-DF3C-D159-BAB8-EFEBFD498E43}"/>
              </a:ext>
            </a:extLst>
          </p:cNvPr>
          <p:cNvSpPr/>
          <p:nvPr/>
        </p:nvSpPr>
        <p:spPr>
          <a:xfrm>
            <a:off x="5167868" y="2355567"/>
            <a:ext cx="331595" cy="331595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C33D1A4-92B4-DF44-F2FB-8EE5DF0A33AB}"/>
              </a:ext>
            </a:extLst>
          </p:cNvPr>
          <p:cNvSpPr/>
          <p:nvPr/>
        </p:nvSpPr>
        <p:spPr>
          <a:xfrm>
            <a:off x="6071460" y="2315450"/>
            <a:ext cx="331595" cy="331595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35EA9FC-7502-A834-5206-6C14B2180439}"/>
              </a:ext>
            </a:extLst>
          </p:cNvPr>
          <p:cNvSpPr/>
          <p:nvPr/>
        </p:nvSpPr>
        <p:spPr>
          <a:xfrm>
            <a:off x="7012429" y="2308274"/>
            <a:ext cx="331595" cy="331595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F655512-6169-6001-B976-74675DE12266}"/>
              </a:ext>
            </a:extLst>
          </p:cNvPr>
          <p:cNvSpPr/>
          <p:nvPr/>
        </p:nvSpPr>
        <p:spPr>
          <a:xfrm>
            <a:off x="7921274" y="2262899"/>
            <a:ext cx="331595" cy="331595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9FC007E-4CD2-3BB9-F6C7-DBDD512CFB92}"/>
              </a:ext>
            </a:extLst>
          </p:cNvPr>
          <p:cNvSpPr/>
          <p:nvPr/>
        </p:nvSpPr>
        <p:spPr>
          <a:xfrm>
            <a:off x="8862243" y="2255723"/>
            <a:ext cx="331595" cy="331595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B0A97A2-A258-6B27-B57A-2B3FC382DFC0}"/>
              </a:ext>
            </a:extLst>
          </p:cNvPr>
          <p:cNvSpPr/>
          <p:nvPr/>
        </p:nvSpPr>
        <p:spPr>
          <a:xfrm>
            <a:off x="2149538" y="2118451"/>
            <a:ext cx="203659" cy="203659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60D482A-28E7-0E34-F51F-443B62327FFB}"/>
              </a:ext>
            </a:extLst>
          </p:cNvPr>
          <p:cNvCxnSpPr/>
          <p:nvPr/>
        </p:nvCxnSpPr>
        <p:spPr>
          <a:xfrm>
            <a:off x="2086478" y="1671145"/>
            <a:ext cx="110186" cy="436796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DE775D8-67A7-23C4-AC9A-DF591418DB5C}"/>
              </a:ext>
            </a:extLst>
          </p:cNvPr>
          <p:cNvSpPr txBox="1"/>
          <p:nvPr/>
        </p:nvSpPr>
        <p:spPr>
          <a:xfrm>
            <a:off x="1760877" y="1456454"/>
            <a:ext cx="6783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000" b="1" dirty="0">
                <a:solidFill>
                  <a:srgbClr val="FFFF00"/>
                </a:solidFill>
              </a:rPr>
              <a:t>DC +12V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17FB9F9-E81E-C02A-0D1C-703719800A4C}"/>
              </a:ext>
            </a:extLst>
          </p:cNvPr>
          <p:cNvSpPr/>
          <p:nvPr/>
        </p:nvSpPr>
        <p:spPr>
          <a:xfrm>
            <a:off x="2177796" y="3505822"/>
            <a:ext cx="203659" cy="203659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E35E767-1602-5D31-6711-B69A6CB36100}"/>
              </a:ext>
            </a:extLst>
          </p:cNvPr>
          <p:cNvCxnSpPr>
            <a:cxnSpLocks/>
          </p:cNvCxnSpPr>
          <p:nvPr/>
        </p:nvCxnSpPr>
        <p:spPr>
          <a:xfrm>
            <a:off x="1973296" y="1686910"/>
            <a:ext cx="168275" cy="187080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CDFE295B-1207-46CF-54BE-A322F7470831}"/>
              </a:ext>
            </a:extLst>
          </p:cNvPr>
          <p:cNvSpPr/>
          <p:nvPr/>
        </p:nvSpPr>
        <p:spPr>
          <a:xfrm>
            <a:off x="2217684" y="4674594"/>
            <a:ext cx="203659" cy="203659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20EB53-5BF2-5045-4B46-41EE25B60DC3}"/>
              </a:ext>
            </a:extLst>
          </p:cNvPr>
          <p:cNvSpPr txBox="1"/>
          <p:nvPr/>
        </p:nvSpPr>
        <p:spPr>
          <a:xfrm>
            <a:off x="2086478" y="4849755"/>
            <a:ext cx="437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000" b="1" dirty="0">
                <a:solidFill>
                  <a:srgbClr val="FFFF00"/>
                </a:solidFill>
              </a:rPr>
              <a:t>CH1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422FB09-DDC4-BC1C-ECC4-7C62A2248053}"/>
              </a:ext>
            </a:extLst>
          </p:cNvPr>
          <p:cNvSpPr/>
          <p:nvPr/>
        </p:nvSpPr>
        <p:spPr>
          <a:xfrm>
            <a:off x="2179729" y="3250572"/>
            <a:ext cx="203659" cy="203659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B74C0E-DB2D-F904-1A26-BA4F2A0072E6}"/>
              </a:ext>
            </a:extLst>
          </p:cNvPr>
          <p:cNvSpPr txBox="1"/>
          <p:nvPr/>
        </p:nvSpPr>
        <p:spPr>
          <a:xfrm>
            <a:off x="2319513" y="3208454"/>
            <a:ext cx="437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000" b="1" dirty="0">
                <a:solidFill>
                  <a:srgbClr val="FFFF00"/>
                </a:solidFill>
              </a:rPr>
              <a:t>CH9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0D0AF5C-C683-6D22-159E-4F2F77431A35}"/>
              </a:ext>
            </a:extLst>
          </p:cNvPr>
          <p:cNvSpPr txBox="1"/>
          <p:nvPr/>
        </p:nvSpPr>
        <p:spPr>
          <a:xfrm rot="5400000">
            <a:off x="9041823" y="4755143"/>
            <a:ext cx="7248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000" b="1" dirty="0">
                <a:solidFill>
                  <a:srgbClr val="FFFF00"/>
                </a:solidFill>
              </a:rPr>
              <a:t>Common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11127FD-0065-E407-673E-1EBCCD37516A}"/>
              </a:ext>
            </a:extLst>
          </p:cNvPr>
          <p:cNvSpPr txBox="1"/>
          <p:nvPr/>
        </p:nvSpPr>
        <p:spPr>
          <a:xfrm rot="5400000">
            <a:off x="9491440" y="4849734"/>
            <a:ext cx="4154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000" b="1" dirty="0">
                <a:solidFill>
                  <a:srgbClr val="FFFF00"/>
                </a:solidFill>
              </a:rPr>
              <a:t>N-O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48AB20B-C7B1-51A9-76C9-E3B78276EC99}"/>
              </a:ext>
            </a:extLst>
          </p:cNvPr>
          <p:cNvSpPr txBox="1"/>
          <p:nvPr/>
        </p:nvSpPr>
        <p:spPr>
          <a:xfrm rot="5400000">
            <a:off x="8143615" y="4766268"/>
            <a:ext cx="7248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000" b="1" dirty="0">
                <a:solidFill>
                  <a:srgbClr val="FFFF00"/>
                </a:solidFill>
              </a:rPr>
              <a:t>Common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B6406B-E59A-2855-954D-B752C92A3AE8}"/>
              </a:ext>
            </a:extLst>
          </p:cNvPr>
          <p:cNvSpPr txBox="1"/>
          <p:nvPr/>
        </p:nvSpPr>
        <p:spPr>
          <a:xfrm rot="5400000">
            <a:off x="8593232" y="4860859"/>
            <a:ext cx="4154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000" b="1" dirty="0">
                <a:solidFill>
                  <a:srgbClr val="FFFF00"/>
                </a:solidFill>
              </a:rPr>
              <a:t>N-O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04C856-EA97-486F-C39E-E9E41BE645C3}"/>
              </a:ext>
            </a:extLst>
          </p:cNvPr>
          <p:cNvSpPr txBox="1"/>
          <p:nvPr/>
        </p:nvSpPr>
        <p:spPr>
          <a:xfrm rot="5400000">
            <a:off x="8954509" y="1548035"/>
            <a:ext cx="7248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000" b="1" dirty="0">
                <a:solidFill>
                  <a:srgbClr val="FFFF00"/>
                </a:solidFill>
              </a:rPr>
              <a:t>Common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59FDE0-5D62-E309-6876-A36D04EA6B7C}"/>
              </a:ext>
            </a:extLst>
          </p:cNvPr>
          <p:cNvSpPr txBox="1"/>
          <p:nvPr/>
        </p:nvSpPr>
        <p:spPr>
          <a:xfrm rot="5400000">
            <a:off x="8838296" y="1333344"/>
            <a:ext cx="4154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000" b="1" dirty="0">
                <a:solidFill>
                  <a:srgbClr val="FFFF00"/>
                </a:solidFill>
              </a:rPr>
              <a:t>N-O</a:t>
            </a:r>
          </a:p>
        </p:txBody>
      </p:sp>
    </p:spTree>
    <p:extLst>
      <p:ext uri="{BB962C8B-B14F-4D97-AF65-F5344CB8AC3E}">
        <p14:creationId xmlns:p14="http://schemas.microsoft.com/office/powerpoint/2010/main" val="3720046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8AA0A-BF9C-A205-985A-E3EE7A9C4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363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43D7E-8F4D-0495-3FAC-52AE5DC0D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9392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9AB3A-3D62-B2B0-858E-5EB25E0EB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375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8ACC0-64A4-9779-F55D-1EDC06C4B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0909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A49EB-1FDE-D147-A917-21EDF0BAF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1087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4CCFE-5061-8484-D58D-E016D5B0D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5983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3569</TotalTime>
  <Words>157</Words>
  <Application>Microsoft Macintosh PowerPoint</Application>
  <PresentationFormat>Widescreen</PresentationFormat>
  <Paragraphs>42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JY Kim</dc:creator>
  <cp:lastModifiedBy>JY Kim</cp:lastModifiedBy>
  <cp:revision>7</cp:revision>
  <dcterms:created xsi:type="dcterms:W3CDTF">2025-01-18T03:05:41Z</dcterms:created>
  <dcterms:modified xsi:type="dcterms:W3CDTF">2025-01-20T14:34:50Z</dcterms:modified>
</cp:coreProperties>
</file>