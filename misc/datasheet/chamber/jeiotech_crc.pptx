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5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4CA5E4-A8EF-4DC3-BE63-03DA262F1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0C91CC-F129-40A2-A612-6D809A70F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08CBAD-3EE3-4645-BB97-EB917D975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FB9F-5E5A-48F6-9075-A80433A56ADD}" type="datetimeFigureOut">
              <a:rPr lang="ko-KR" altLang="en-US" smtClean="0"/>
              <a:t>2024-07-12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E3AE91-BB5D-44FF-BEE9-69CEC49ED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FC3421-025F-4FAE-B4BC-604C50E5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65D0B-68A9-4533-B158-1EF5FE0BCC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377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21609F-2FEB-4D1F-BB2A-F11F97E1D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3B1ED3-FB21-4E95-9EE5-DA2D91783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69116F-41AE-4481-ABF5-9558538D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FB9F-5E5A-48F6-9075-A80433A56ADD}" type="datetimeFigureOut">
              <a:rPr lang="ko-KR" altLang="en-US" smtClean="0"/>
              <a:t>2024-07-12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E875B-E418-4B5C-90DF-246ED9F8C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F1A2F5-3E8A-4E97-AA31-E5B317BA3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65D0B-68A9-4533-B158-1EF5FE0BCC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536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C2401-660D-45DA-B726-CAE92DC00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F79343-CD2B-4BBC-8CFA-76A8D9055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1EA36B-63F3-4929-A298-FE81561C9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FB9F-5E5A-48F6-9075-A80433A56ADD}" type="datetimeFigureOut">
              <a:rPr lang="ko-KR" altLang="en-US" smtClean="0"/>
              <a:t>2024-07-12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C9E40-37DB-47D9-9B30-FB5A8C64A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29F057-212B-4F37-B99C-6ADCCEAF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65D0B-68A9-4533-B158-1EF5FE0BCC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541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1556EF-A9E1-4798-BB70-02E520F5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ED148D-E99C-4C25-945F-A8E04945C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5212B3-FB2E-4BA6-848D-C2CB27F8D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B71A1C-B31F-46C4-87DF-B08E39FF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FB9F-5E5A-48F6-9075-A80433A56ADD}" type="datetimeFigureOut">
              <a:rPr lang="ko-KR" altLang="en-US" smtClean="0"/>
              <a:t>2024-07-12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DFEF61-7DA5-4F66-8D4D-2321D61A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3C0438-6C38-4203-BFEB-069A61CB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65D0B-68A9-4533-B158-1EF5FE0BCC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047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85ECC-1650-492D-BFD5-E6953AABA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E2A37F-0B6B-430F-9EED-676BAE904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AD6E20-E682-41C7-9018-FA7916737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A422F9-D6B1-4D6E-A69F-D1F7DAD20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375F8DC-3B6D-49C4-9B70-E5090AD1E3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446552-2EB8-4B1F-A586-FA8985BF2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FB9F-5E5A-48F6-9075-A80433A56ADD}" type="datetimeFigureOut">
              <a:rPr lang="ko-KR" altLang="en-US" smtClean="0"/>
              <a:t>2024-07-12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69CE8B1-B5C0-4EF8-B9D6-1DB14F326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F9461E-F567-46FB-B787-C4D827F1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65D0B-68A9-4533-B158-1EF5FE0BCC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140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66FA6-542D-40D1-9FCB-207E01523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918796F-440B-4B42-99DD-FD47DBE2D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FB9F-5E5A-48F6-9075-A80433A56ADD}" type="datetimeFigureOut">
              <a:rPr lang="ko-KR" altLang="en-US" smtClean="0"/>
              <a:t>2024-07-12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B8FBA3-B037-42DE-8AAE-76C881501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F1C687-E1E3-4AC2-AED2-6990195BD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65D0B-68A9-4533-B158-1EF5FE0BCC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95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4D0DC-5D2C-4F4E-8502-7C7F1BCF6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FB9F-5E5A-48F6-9075-A80433A56ADD}" type="datetimeFigureOut">
              <a:rPr lang="ko-KR" altLang="en-US" smtClean="0"/>
              <a:t>2024-07-12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3617A69-7DBF-483A-BC01-2C0C20D19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24AEDE-6469-4277-9DB0-75B6E09E3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65D0B-68A9-4533-B158-1EF5FE0BCC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284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F71148-943F-4422-A895-7522638E3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1E553-297C-412B-99A9-EC88D958E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279D32-ED6D-4ECE-B082-F7D5D4772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02BAD0-6F60-4C67-9238-F8EEAC48A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FB9F-5E5A-48F6-9075-A80433A56ADD}" type="datetimeFigureOut">
              <a:rPr lang="ko-KR" altLang="en-US" smtClean="0"/>
              <a:t>2024-07-12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447326-FE69-47BD-898F-CADAF3225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C2915B-0F1B-4E3C-8F1F-A69EA2A9D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65D0B-68A9-4533-B158-1EF5FE0BCC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392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6C98D-E4AE-4C83-B5A6-1DEC52FDE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0CB224-BFC1-4D91-8F56-453B216DCC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F92E7E-ED6D-43FB-9A6F-E9C892400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CD820C-50AA-4671-A669-9184A49A6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FB9F-5E5A-48F6-9075-A80433A56ADD}" type="datetimeFigureOut">
              <a:rPr lang="ko-KR" altLang="en-US" smtClean="0"/>
              <a:t>2024-07-12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E43559-4384-45EC-8111-D6C7125E6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6A6510-A2B2-49CF-BB27-B415391D0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65D0B-68A9-4533-B158-1EF5FE0BCC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074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973B74-1125-4E08-8F24-C2679E19B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BDEE0D-EA62-41E4-85C1-914AAE3EC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A672C8-B1BC-490F-B2C4-B85802A6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FB9F-5E5A-48F6-9075-A80433A56ADD}" type="datetimeFigureOut">
              <a:rPr lang="ko-KR" altLang="en-US" smtClean="0"/>
              <a:t>2024-07-12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9E5D2F-9526-4701-AAC6-F7354EC5A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8E3E75-48F2-4710-ADEA-19A3009F2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65D0B-68A9-4533-B158-1EF5FE0BCC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413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DEF9573-583C-45EA-92C3-187C142167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ABEBD1-7474-4FC6-80E0-D9264F7B5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A10383-3DDF-45AB-ACDA-63C9A60A5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FB9F-5E5A-48F6-9075-A80433A56ADD}" type="datetimeFigureOut">
              <a:rPr lang="ko-KR" altLang="en-US" smtClean="0"/>
              <a:t>2024-07-12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424216-8891-4C87-8A05-8384569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F03493-CFA3-4C2C-8698-3690C933F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65D0B-68A9-4533-B158-1EF5FE0BCC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601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CCC291A-40FA-40F2-9CE8-1F0AF70D5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68A8C0-B5B5-4A6F-B3F4-E9AA2F903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8AC738-A4C0-4C7F-BAB8-544B948374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AFB9F-5E5A-48F6-9075-A80433A56ADD}" type="datetimeFigureOut">
              <a:rPr lang="ko-KR" altLang="en-US" smtClean="0"/>
              <a:t>2024-07-12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1EC818-1CD7-4105-A608-594948371F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4B7EA7-D8B0-4EAD-87A6-AFADBBCB0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65D0B-68A9-4533-B158-1EF5FE0BCC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64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lammertbies.nl/comm/info/crc-calculation?crc=8005&amp;method=hex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2435A1-4F77-4E25-A3CA-87B37C26F0FE}"/>
              </a:ext>
            </a:extLst>
          </p:cNvPr>
          <p:cNvSpPr txBox="1"/>
          <p:nvPr/>
        </p:nvSpPr>
        <p:spPr>
          <a:xfrm>
            <a:off x="1669142" y="322720"/>
            <a:ext cx="9710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2"/>
              </a:rPr>
              <a:t>https://www.lammertbies.nl/comm/info/crc-calculation?crc=8005&amp;method=hex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33E4DB-37C2-4392-85B7-4D9981F61DA0}"/>
              </a:ext>
            </a:extLst>
          </p:cNvPr>
          <p:cNvSpPr txBox="1"/>
          <p:nvPr/>
        </p:nvSpPr>
        <p:spPr>
          <a:xfrm>
            <a:off x="261257" y="322719"/>
            <a:ext cx="1407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CRC </a:t>
            </a:r>
            <a:r>
              <a:rPr lang="ko-KR" altLang="en-US" dirty="0"/>
              <a:t>계산 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89B8A6E-1989-4BB4-8A09-9F0F56DD1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46" y="921230"/>
            <a:ext cx="3248478" cy="28674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251425-82D3-45FC-A2B5-818A6FE33D7E}"/>
              </a:ext>
            </a:extLst>
          </p:cNvPr>
          <p:cNvSpPr txBox="1"/>
          <p:nvPr/>
        </p:nvSpPr>
        <p:spPr>
          <a:xfrm>
            <a:off x="393246" y="4064782"/>
            <a:ext cx="2974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Input type Hex</a:t>
            </a:r>
            <a:r>
              <a:rPr lang="ko-KR" altLang="en-US" dirty="0"/>
              <a:t>로 변경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42D3DB-6792-4AA5-86DC-356F4C3DB578}"/>
              </a:ext>
            </a:extLst>
          </p:cNvPr>
          <p:cNvSpPr txBox="1"/>
          <p:nvPr/>
        </p:nvSpPr>
        <p:spPr>
          <a:xfrm>
            <a:off x="4834617" y="4064782"/>
            <a:ext cx="60946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2. CRC</a:t>
            </a:r>
            <a:r>
              <a:rPr lang="ko-KR" altLang="en-US" dirty="0"/>
              <a:t> 계산이 필요한 데이터</a:t>
            </a:r>
            <a:r>
              <a:rPr lang="en-US" altLang="ko-KR" dirty="0"/>
              <a:t>(08 04 00 15 00 01)</a:t>
            </a:r>
            <a:r>
              <a:rPr lang="ko-KR" altLang="en-US" dirty="0"/>
              <a:t> 입력 후 </a:t>
            </a:r>
            <a:r>
              <a:rPr lang="en-US" altLang="ko-KR" dirty="0"/>
              <a:t>Calculate CRC </a:t>
            </a:r>
            <a:r>
              <a:rPr lang="ko-KR" altLang="en-US" dirty="0"/>
              <a:t>클릭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CRC-16</a:t>
            </a:r>
            <a:r>
              <a:rPr lang="ko-KR" altLang="en-US" dirty="0"/>
              <a:t> </a:t>
            </a:r>
            <a:r>
              <a:rPr lang="en-US" altLang="ko-KR" dirty="0"/>
              <a:t>(Modbus)</a:t>
            </a:r>
            <a:r>
              <a:rPr lang="ko-KR" altLang="en-US" dirty="0"/>
              <a:t> 에 해당하는 값 확인</a:t>
            </a:r>
            <a:br>
              <a:rPr lang="en-US" altLang="ko-KR" dirty="0"/>
            </a:br>
            <a:r>
              <a:rPr lang="ko-KR" altLang="en-US" dirty="0"/>
              <a:t>주의 </a:t>
            </a:r>
            <a:r>
              <a:rPr lang="en-US" altLang="ko-KR" dirty="0"/>
              <a:t>: 9720</a:t>
            </a:r>
            <a:r>
              <a:rPr lang="ko-KR" altLang="en-US" dirty="0"/>
              <a:t>일 경우 </a:t>
            </a:r>
            <a:r>
              <a:rPr lang="en-US" altLang="ko-KR" dirty="0"/>
              <a:t>CRC</a:t>
            </a:r>
            <a:r>
              <a:rPr lang="ko-KR" altLang="en-US" dirty="0"/>
              <a:t>는 </a:t>
            </a:r>
            <a:r>
              <a:rPr lang="en-US" altLang="ko-KR" dirty="0"/>
              <a:t>20 97</a:t>
            </a:r>
          </a:p>
          <a:p>
            <a:endParaRPr lang="en-US" altLang="ko-KR" dirty="0"/>
          </a:p>
          <a:p>
            <a:r>
              <a:rPr lang="en-US" altLang="ko-KR" dirty="0"/>
              <a:t>Packet : 08 04 00 15 00 01 20 97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BF95936-AC88-4523-874B-686DFEBF9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617" y="921230"/>
            <a:ext cx="3219899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204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80</Words>
  <Application>Microsoft Office PowerPoint</Application>
  <PresentationFormat>와이드스크린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수인 박</dc:creator>
  <cp:lastModifiedBy>수인 박</cp:lastModifiedBy>
  <cp:revision>1</cp:revision>
  <dcterms:created xsi:type="dcterms:W3CDTF">2024-07-12T07:58:38Z</dcterms:created>
  <dcterms:modified xsi:type="dcterms:W3CDTF">2024-07-12T08:03:15Z</dcterms:modified>
</cp:coreProperties>
</file>